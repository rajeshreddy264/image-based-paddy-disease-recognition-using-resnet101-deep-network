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y="7772400" cx="10058400"/>
  <p:notesSz cx="10058400" cy="7772400"/>
  <p:defaultTextStyle>
    <a:defPPr>
      <a:defRPr kern="0"/>
    </a:def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howGuides="1">
      <p:cViewPr varScale="1">
        <p:scale>
          <a:sx n="69" d="100"/>
          <a:sy n="69" d="100"/>
        </p:scale>
        <p:origin x="1661"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tableStyles" Target="tableStyle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1" name=""/>
        <p:cNvGrpSpPr/>
        <p:nvPr/>
      </p:nvGrpSpPr>
      <p:grpSpPr>
        <a:xfrm>
          <a:off x="0" y="0"/>
          <a:ext cx="0" cy="0"/>
          <a:chOff x="0" y="0"/>
          <a:chExt cx="0" cy="0"/>
        </a:xfrm>
      </p:grpSpPr>
      <p:sp>
        <p:nvSpPr>
          <p:cNvPr id="1048638"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39"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40"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41"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42"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43"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48" name=""/>
        <p:cNvGrpSpPr/>
        <p:nvPr/>
      </p:nvGrpSpPr>
      <p:grpSpPr>
        <a:xfrm>
          <a:off x="0" y="0"/>
          <a:ext cx="0" cy="0"/>
          <a:chOff x="0" y="0"/>
          <a:chExt cx="0" cy="0"/>
        </a:xfrm>
      </p:grpSpPr>
      <p:sp>
        <p:nvSpPr>
          <p:cNvPr id="1048627" name="Holder 2"/>
          <p:cNvSpPr>
            <a:spLocks noGrp="1"/>
          </p:cNvSpPr>
          <p:nvPr>
            <p:ph type="ctrTitle"/>
          </p:nvPr>
        </p:nvSpPr>
        <p:spPr>
          <a:xfrm>
            <a:off x="754380" y="2409444"/>
            <a:ext cx="8549640" cy="1632204"/>
          </a:xfrm>
          <a:prstGeom prst="rect"/>
        </p:spPr>
        <p:txBody>
          <a:bodyPr bIns="0" lIns="0" rIns="0" tIns="0" wrap="square">
            <a:spAutoFit/>
          </a:bodyPr>
          <a:lstStyle>
            <a:lvl1pPr>
              <a:defRPr b="1" sz="2950" i="0">
                <a:solidFill>
                  <a:srgbClr val="5ECAEF"/>
                </a:solidFill>
                <a:latin typeface="Times New Roman" panose="02020603050405020304"/>
                <a:cs typeface="Times New Roman" panose="02020603050405020304"/>
              </a:defRPr>
            </a:lvl1pPr>
          </a:lstStyle>
          <a:p/>
        </p:txBody>
      </p:sp>
      <p:sp>
        <p:nvSpPr>
          <p:cNvPr id="1048628" name="Holder 3"/>
          <p:cNvSpPr>
            <a:spLocks noGrp="1"/>
          </p:cNvSpPr>
          <p:nvPr>
            <p:ph type="subTitle" idx="4"/>
          </p:nvPr>
        </p:nvSpPr>
        <p:spPr>
          <a:xfrm>
            <a:off x="1508760" y="4352544"/>
            <a:ext cx="7040880" cy="1943100"/>
          </a:xfrm>
          <a:prstGeom prst="rect"/>
        </p:spPr>
        <p:txBody>
          <a:bodyPr bIns="0" lIns="0" rIns="0" tIns="0" wrap="square">
            <a:spAutoFit/>
          </a:bodyPr>
          <a:lstStyle>
            <a:lvl1pPr>
              <a:defRPr b="0" sz="1950" i="0">
                <a:solidFill>
                  <a:schemeClr val="tx1"/>
                </a:solidFill>
                <a:latin typeface="Times New Roman" panose="02020603050405020304"/>
                <a:cs typeface="Times New Roman" panose="02020603050405020304"/>
              </a:defRPr>
            </a:lvl1pPr>
          </a:lstStyle>
          <a:p/>
        </p:txBody>
      </p:sp>
      <p:sp>
        <p:nvSpPr>
          <p:cNvPr id="1048629"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30"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631" name="Holder 6"/>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7" name=""/>
        <p:cNvGrpSpPr/>
        <p:nvPr/>
      </p:nvGrpSpPr>
      <p:grpSpPr>
        <a:xfrm>
          <a:off x="0" y="0"/>
          <a:ext cx="0" cy="0"/>
          <a:chOff x="0" y="0"/>
          <a:chExt cx="0" cy="0"/>
        </a:xfrm>
      </p:grpSpPr>
      <p:sp>
        <p:nvSpPr>
          <p:cNvPr id="1048581" name="Holder 2"/>
          <p:cNvSpPr>
            <a:spLocks noGrp="1"/>
          </p:cNvSpPr>
          <p:nvPr>
            <p:ph type="title"/>
          </p:nvPr>
        </p:nvSpPr>
        <p:spPr/>
        <p:txBody>
          <a:bodyPr bIns="0" lIns="0" rIns="0" tIns="0"/>
          <a:lstStyle>
            <a:lvl1pPr>
              <a:defRPr b="1" sz="2950" i="0">
                <a:solidFill>
                  <a:srgbClr val="5ECAEF"/>
                </a:solidFill>
                <a:latin typeface="Times New Roman" panose="02020603050405020304"/>
                <a:cs typeface="Times New Roman" panose="02020603050405020304"/>
              </a:defRPr>
            </a:lvl1pPr>
          </a:lstStyle>
          <a:p/>
        </p:txBody>
      </p:sp>
      <p:sp>
        <p:nvSpPr>
          <p:cNvPr id="1048582" name="Holder 3"/>
          <p:cNvSpPr>
            <a:spLocks noGrp="1"/>
          </p:cNvSpPr>
          <p:nvPr>
            <p:ph type="body" idx="1"/>
          </p:nvPr>
        </p:nvSpPr>
        <p:spPr/>
        <p:txBody>
          <a:bodyPr bIns="0" lIns="0" rIns="0" tIns="0"/>
          <a:lstStyle>
            <a:lvl1pPr>
              <a:defRPr b="0" sz="1950" i="0">
                <a:solidFill>
                  <a:schemeClr val="tx1"/>
                </a:solidFill>
                <a:latin typeface="Times New Roman" panose="02020603050405020304"/>
                <a:cs typeface="Times New Roman" panose="02020603050405020304"/>
              </a:defRPr>
            </a:lvl1pPr>
          </a:lstStyle>
          <a:p/>
        </p:txBody>
      </p:sp>
      <p:sp>
        <p:nvSpPr>
          <p:cNvPr id="1048583" name="Holder 4"/>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584" name="Holder 5"/>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585" name="Holder 6"/>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49" name=""/>
        <p:cNvGrpSpPr/>
        <p:nvPr/>
      </p:nvGrpSpPr>
      <p:grpSpPr>
        <a:xfrm>
          <a:off x="0" y="0"/>
          <a:ext cx="0" cy="0"/>
          <a:chOff x="0" y="0"/>
          <a:chExt cx="0" cy="0"/>
        </a:xfrm>
      </p:grpSpPr>
      <p:sp>
        <p:nvSpPr>
          <p:cNvPr id="1048632" name="Holder 2"/>
          <p:cNvSpPr>
            <a:spLocks noGrp="1"/>
          </p:cNvSpPr>
          <p:nvPr>
            <p:ph type="title"/>
          </p:nvPr>
        </p:nvSpPr>
        <p:spPr/>
        <p:txBody>
          <a:bodyPr bIns="0" lIns="0" rIns="0" tIns="0"/>
          <a:lstStyle>
            <a:lvl1pPr>
              <a:defRPr b="1" sz="2950" i="0">
                <a:solidFill>
                  <a:srgbClr val="5ECAEF"/>
                </a:solidFill>
                <a:latin typeface="Times New Roman" panose="02020603050405020304"/>
                <a:cs typeface="Times New Roman" panose="02020603050405020304"/>
              </a:defRPr>
            </a:lvl1pPr>
          </a:lstStyle>
          <a:p/>
        </p:txBody>
      </p:sp>
      <p:sp>
        <p:nvSpPr>
          <p:cNvPr id="1048633" name="Holder 3"/>
          <p:cNvSpPr>
            <a:spLocks noGrp="1"/>
          </p:cNvSpPr>
          <p:nvPr>
            <p:ph sz="half" idx="2"/>
          </p:nvPr>
        </p:nvSpPr>
        <p:spPr>
          <a:xfrm>
            <a:off x="502920" y="1787652"/>
            <a:ext cx="4375404" cy="5129784"/>
          </a:xfrm>
          <a:prstGeom prst="rect"/>
        </p:spPr>
        <p:txBody>
          <a:bodyPr bIns="0" lIns="0" rIns="0" tIns="0" wrap="square">
            <a:spAutoFit/>
          </a:bodyPr>
          <a:p/>
        </p:txBody>
      </p:sp>
      <p:sp>
        <p:nvSpPr>
          <p:cNvPr id="1048634" name="Holder 4"/>
          <p:cNvSpPr>
            <a:spLocks noGrp="1"/>
          </p:cNvSpPr>
          <p:nvPr>
            <p:ph sz="half" idx="3"/>
          </p:nvPr>
        </p:nvSpPr>
        <p:spPr>
          <a:xfrm>
            <a:off x="5180076" y="1787652"/>
            <a:ext cx="4375404" cy="5129784"/>
          </a:xfrm>
          <a:prstGeom prst="rect"/>
        </p:spPr>
        <p:txBody>
          <a:bodyPr bIns="0" lIns="0" rIns="0" tIns="0" wrap="square">
            <a:spAutoFit/>
          </a:bodyPr>
          <a:p/>
        </p:txBody>
      </p:sp>
      <p:sp>
        <p:nvSpPr>
          <p:cNvPr id="1048635" name="Holder 5"/>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36" name="Holder 6"/>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637" name="Holder 7"/>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36" name=""/>
        <p:cNvGrpSpPr/>
        <p:nvPr/>
      </p:nvGrpSpPr>
      <p:grpSpPr>
        <a:xfrm>
          <a:off x="0" y="0"/>
          <a:ext cx="0" cy="0"/>
          <a:chOff x="0" y="0"/>
          <a:chExt cx="0" cy="0"/>
        </a:xfrm>
      </p:grpSpPr>
      <p:sp>
        <p:nvSpPr>
          <p:cNvPr id="1048607" name="Holder 2"/>
          <p:cNvSpPr>
            <a:spLocks noGrp="1"/>
          </p:cNvSpPr>
          <p:nvPr>
            <p:ph type="title"/>
          </p:nvPr>
        </p:nvSpPr>
        <p:spPr/>
        <p:txBody>
          <a:bodyPr bIns="0" lIns="0" rIns="0" tIns="0"/>
          <a:lstStyle>
            <a:lvl1pPr>
              <a:defRPr b="1" sz="2950" i="0">
                <a:solidFill>
                  <a:srgbClr val="5ECAEF"/>
                </a:solidFill>
                <a:latin typeface="Times New Roman" panose="02020603050405020304"/>
                <a:cs typeface="Times New Roman" panose="02020603050405020304"/>
              </a:defRPr>
            </a:lvl1pPr>
          </a:lstStyle>
          <a:p/>
        </p:txBody>
      </p:sp>
      <p:sp>
        <p:nvSpPr>
          <p:cNvPr id="1048608" name="Holder 3"/>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09" name="Holder 4"/>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610" name="Holder 5"/>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46" name=""/>
        <p:cNvGrpSpPr/>
        <p:nvPr/>
      </p:nvGrpSpPr>
      <p:grpSpPr>
        <a:xfrm>
          <a:off x="0" y="0"/>
          <a:ext cx="0" cy="0"/>
          <a:chOff x="0" y="0"/>
          <a:chExt cx="0" cy="0"/>
        </a:xfrm>
      </p:grpSpPr>
      <p:sp>
        <p:nvSpPr>
          <p:cNvPr id="1048624" name="Holder 2"/>
          <p:cNvSpPr>
            <a:spLocks noGrp="1"/>
          </p:cNvSpPr>
          <p:nvPr>
            <p:ph type="ftr" sz="quarter" idx="5"/>
          </p:nvPr>
        </p:nvSpPr>
        <p:spPr/>
        <p:txBody>
          <a:bodyPr bIns="0" lIns="0" rIns="0" tIns="0"/>
          <a:lstStyle>
            <a:lvl1pPr algn="ctr">
              <a:defRPr>
                <a:solidFill>
                  <a:schemeClr val="tx1">
                    <a:tint val="75000"/>
                  </a:schemeClr>
                </a:solidFill>
              </a:defRPr>
            </a:lvl1pPr>
          </a:lstStyle>
          <a:p/>
        </p:txBody>
      </p:sp>
      <p:sp>
        <p:nvSpPr>
          <p:cNvPr id="1048625" name="Holder 3"/>
          <p:cNvSpPr>
            <a:spLocks noGrp="1"/>
          </p:cNvSpPr>
          <p:nvPr>
            <p:ph type="dt" sz="half" idx="6"/>
          </p:nvPr>
        </p:nvSpPr>
        <p:spPr/>
        <p:txBody>
          <a:bodyPr bIns="0" lIns="0" rIns="0" tIns="0"/>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626" name="Holder 4"/>
          <p:cNvSpPr>
            <a:spLocks noGrp="1"/>
          </p:cNvSpPr>
          <p:nvPr>
            <p:ph type="sldNum" sz="quarter" idx="7"/>
          </p:nvPr>
        </p:nvSpPr>
        <p:spPr/>
        <p:txBody>
          <a:bodyPr bIns="0" lIns="0" rIns="0" tIns="0"/>
          <a:lstStyle>
            <a:lvl1pPr algn="r">
              <a:defRPr>
                <a:solidFill>
                  <a:schemeClr val="tx1">
                    <a:tint val="75000"/>
                  </a:schemeClr>
                </a:solidFill>
              </a:defRPr>
            </a:lvl1pPr>
          </a:lstStyle>
          <a:p>
            <a:fld id="{B6F15528-21DE-4FAA-801E-634DDDAF4B2B}" type="slidenum">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image" Target="../media/image1.png"/><Relationship Id="rId7" Type="http://schemas.openxmlformats.org/officeDocument/2006/relationships/image" Target="../media/image2.jpeg"/><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1" name=""/>
        <p:cNvGrpSpPr/>
        <p:nvPr/>
      </p:nvGrpSpPr>
      <p:grpSpPr>
        <a:xfrm>
          <a:off x="0" y="0"/>
          <a:ext cx="0" cy="0"/>
          <a:chOff x="0" y="0"/>
          <a:chExt cx="0" cy="0"/>
        </a:xfrm>
      </p:grpSpPr>
      <p:pic>
        <p:nvPicPr>
          <p:cNvPr id="2097152" name="bg object 16"/>
          <p:cNvPicPr>
            <a:picLocks/>
          </p:cNvPicPr>
          <p:nvPr/>
        </p:nvPicPr>
        <p:blipFill>
          <a:blip xmlns:r="http://schemas.openxmlformats.org/officeDocument/2006/relationships" r:embed="rId6" cstate="print"/>
          <a:stretch>
            <a:fillRect/>
          </a:stretch>
        </p:blipFill>
        <p:spPr>
          <a:xfrm>
            <a:off x="6118860" y="1057656"/>
            <a:ext cx="3939539" cy="5658611"/>
          </a:xfrm>
          <a:prstGeom prst="rect"/>
        </p:spPr>
      </p:pic>
      <p:pic>
        <p:nvPicPr>
          <p:cNvPr id="2097153" name="bg object 17"/>
          <p:cNvPicPr>
            <a:picLocks/>
          </p:cNvPicPr>
          <p:nvPr/>
        </p:nvPicPr>
        <p:blipFill>
          <a:blip xmlns:r="http://schemas.openxmlformats.org/officeDocument/2006/relationships" r:embed="rId7" cstate="print"/>
          <a:stretch>
            <a:fillRect/>
          </a:stretch>
        </p:blipFill>
        <p:spPr>
          <a:xfrm>
            <a:off x="0" y="4363211"/>
            <a:ext cx="374904" cy="2353055"/>
          </a:xfrm>
          <a:prstGeom prst="rect"/>
        </p:spPr>
      </p:pic>
      <p:sp>
        <p:nvSpPr>
          <p:cNvPr id="1048576" name="Holder 2"/>
          <p:cNvSpPr>
            <a:spLocks noGrp="1"/>
          </p:cNvSpPr>
          <p:nvPr>
            <p:ph type="title"/>
          </p:nvPr>
        </p:nvSpPr>
        <p:spPr>
          <a:xfrm>
            <a:off x="619743" y="1169878"/>
            <a:ext cx="7096722" cy="932180"/>
          </a:xfrm>
          <a:prstGeom prst="rect"/>
        </p:spPr>
        <p:txBody>
          <a:bodyPr bIns="0" lIns="0" rIns="0" tIns="0" wrap="square">
            <a:spAutoFit/>
          </a:bodyPr>
          <a:lstStyle>
            <a:lvl1pPr>
              <a:defRPr b="1" sz="2950" i="0">
                <a:solidFill>
                  <a:srgbClr val="5ECAEF"/>
                </a:solidFill>
                <a:latin typeface="Times New Roman" panose="02020603050405020304"/>
                <a:cs typeface="Times New Roman" panose="02020603050405020304"/>
              </a:defRPr>
            </a:lvl1pPr>
          </a:lstStyle>
          <a:p/>
        </p:txBody>
      </p:sp>
      <p:sp>
        <p:nvSpPr>
          <p:cNvPr id="1048577" name="Holder 3"/>
          <p:cNvSpPr>
            <a:spLocks noGrp="1"/>
          </p:cNvSpPr>
          <p:nvPr>
            <p:ph type="body" idx="1"/>
          </p:nvPr>
        </p:nvSpPr>
        <p:spPr>
          <a:xfrm>
            <a:off x="590776" y="2383033"/>
            <a:ext cx="6970395" cy="2741295"/>
          </a:xfrm>
          <a:prstGeom prst="rect"/>
        </p:spPr>
        <p:txBody>
          <a:bodyPr bIns="0" lIns="0" rIns="0" tIns="0" wrap="square">
            <a:spAutoFit/>
          </a:bodyPr>
          <a:lstStyle>
            <a:lvl1pPr>
              <a:defRPr b="0" sz="1950" i="0">
                <a:solidFill>
                  <a:schemeClr val="tx1"/>
                </a:solidFill>
                <a:latin typeface="Times New Roman" panose="02020603050405020304"/>
                <a:cs typeface="Times New Roman" panose="02020603050405020304"/>
              </a:defRPr>
            </a:lvl1pPr>
          </a:lstStyle>
          <a:p/>
        </p:txBody>
      </p:sp>
      <p:sp>
        <p:nvSpPr>
          <p:cNvPr id="1048578" name="Holder 4"/>
          <p:cNvSpPr>
            <a:spLocks noGrp="1"/>
          </p:cNvSpPr>
          <p:nvPr>
            <p:ph type="ftr" sz="quarter" idx="5"/>
          </p:nvPr>
        </p:nvSpPr>
        <p:spPr>
          <a:xfrm>
            <a:off x="3419856" y="7228332"/>
            <a:ext cx="3218688" cy="388620"/>
          </a:xfrm>
          <a:prstGeom prst="rect"/>
        </p:spPr>
        <p:txBody>
          <a:bodyPr bIns="0" lIns="0" rIns="0" tIns="0" wrap="square">
            <a:spAutoFit/>
          </a:bodyPr>
          <a:lstStyle>
            <a:lvl1pPr algn="ctr">
              <a:defRPr>
                <a:solidFill>
                  <a:schemeClr val="tx1">
                    <a:tint val="75000"/>
                  </a:schemeClr>
                </a:solidFill>
              </a:defRPr>
            </a:lvl1pPr>
          </a:lstStyle>
          <a:p/>
        </p:txBody>
      </p:sp>
      <p:sp>
        <p:nvSpPr>
          <p:cNvPr id="1048579" name="Holder 5"/>
          <p:cNvSpPr>
            <a:spLocks noGrp="1"/>
          </p:cNvSpPr>
          <p:nvPr>
            <p:ph type="dt" sz="half" idx="6"/>
          </p:nvPr>
        </p:nvSpPr>
        <p:spPr>
          <a:xfrm>
            <a:off x="502920" y="7228332"/>
            <a:ext cx="2313432" cy="388620"/>
          </a:xfrm>
          <a:prstGeom prst="rect"/>
        </p:spPr>
        <p:txBody>
          <a:bodyPr bIns="0" lIns="0" rIns="0" tIns="0" wrap="square">
            <a:spAutoFit/>
          </a:bodyPr>
          <a:lstStyle>
            <a:lvl1pPr algn="l">
              <a:defRPr>
                <a:solidFill>
                  <a:schemeClr val="tx1">
                    <a:tint val="75000"/>
                  </a:schemeClr>
                </a:solidFill>
              </a:defRPr>
            </a:lvl1pPr>
          </a:lstStyle>
          <a:p>
            <a:fld id="{1D8BD707-D9CF-40AE-B4C6-C98DA3205C09}" type="datetimeFigureOut">
              <a:rPr lang="en-US"/>
              <a:t>4/15/2025</a:t>
            </a:fld>
            <a:endParaRPr lang="en-US"/>
          </a:p>
        </p:txBody>
      </p:sp>
      <p:sp>
        <p:nvSpPr>
          <p:cNvPr id="1048580" name="Holder 6"/>
          <p:cNvSpPr>
            <a:spLocks noGrp="1"/>
          </p:cNvSpPr>
          <p:nvPr>
            <p:ph type="sldNum" sz="quarter" idx="7"/>
          </p:nvPr>
        </p:nvSpPr>
        <p:spPr>
          <a:xfrm>
            <a:off x="7242048" y="7228332"/>
            <a:ext cx="2313432" cy="388620"/>
          </a:xfrm>
          <a:prstGeom prst="rect"/>
        </p:spPr>
        <p:txBody>
          <a:bodyPr bIns="0" lIns="0" rIns="0" tIns="0" wrap="square">
            <a:spAutoFit/>
          </a:bodyPr>
          <a:lstStyle>
            <a:lvl1pPr algn="r">
              <a:defRPr>
                <a:solidFill>
                  <a:schemeClr val="tx1">
                    <a:tint val="75000"/>
                  </a:schemeClr>
                </a:solidFill>
              </a:defRPr>
            </a:lvl1pPr>
          </a:lstStyle>
          <a:p>
            <a:fld id="{B6F15528-21DE-4FAA-801E-634DDDAF4B2B}" type="slidenum">
              <a:t>‹#›</a:t>
            </a:fld>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image" Target="../media/image4.jpeg"/><Relationship Id="rId3"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8" name=""/>
        <p:cNvGrpSpPr/>
        <p:nvPr/>
      </p:nvGrpSpPr>
      <p:grpSpPr>
        <a:xfrm>
          <a:off x="0" y="0"/>
          <a:ext cx="0" cy="0"/>
          <a:chOff x="0" y="0"/>
          <a:chExt cx="0" cy="0"/>
        </a:xfrm>
      </p:grpSpPr>
      <p:sp>
        <p:nvSpPr>
          <p:cNvPr id="1048586" name="object 104"/>
          <p:cNvSpPr txBox="1"/>
          <p:nvPr/>
        </p:nvSpPr>
        <p:spPr>
          <a:xfrm>
            <a:off x="3276600" y="4789995"/>
            <a:ext cx="6781800" cy="509270"/>
          </a:xfrm>
          <a:prstGeom prst="rect"/>
        </p:spPr>
        <p:txBody>
          <a:bodyPr bIns="0" lIns="0" rIns="0" rtlCol="0" tIns="13335" vert="horz" wrap="square">
            <a:spAutoFit/>
          </a:bodyPr>
          <a:p>
            <a:pPr algn="ctr" marL="12700" marR="3744595">
              <a:lnSpc>
                <a:spcPct val="100000"/>
              </a:lnSpc>
              <a:spcBef>
                <a:spcPts val="105"/>
              </a:spcBef>
            </a:pPr>
            <a:r>
              <a:rPr b="1" dirty="0" sz="1650">
                <a:latin typeface="Times New Roman" panose="02020603050405020304"/>
                <a:cs typeface="Times New Roman" panose="02020603050405020304"/>
              </a:rPr>
              <a:t>Under</a:t>
            </a:r>
            <a:r>
              <a:rPr b="1" dirty="0" sz="1650" spc="-70">
                <a:latin typeface="Times New Roman" panose="02020603050405020304"/>
                <a:cs typeface="Times New Roman" panose="02020603050405020304"/>
              </a:rPr>
              <a:t> </a:t>
            </a:r>
            <a:r>
              <a:rPr b="1" dirty="0" sz="1650">
                <a:latin typeface="Times New Roman" panose="02020603050405020304"/>
                <a:cs typeface="Times New Roman" panose="02020603050405020304"/>
              </a:rPr>
              <a:t>the</a:t>
            </a:r>
            <a:r>
              <a:rPr b="1" dirty="0" sz="1650" spc="-50">
                <a:latin typeface="Times New Roman" panose="02020603050405020304"/>
                <a:cs typeface="Times New Roman" panose="02020603050405020304"/>
              </a:rPr>
              <a:t> </a:t>
            </a:r>
            <a:r>
              <a:rPr b="1" dirty="0" sz="1650">
                <a:latin typeface="Times New Roman" panose="02020603050405020304"/>
                <a:cs typeface="Times New Roman" panose="02020603050405020304"/>
              </a:rPr>
              <a:t>Guid</a:t>
            </a:r>
            <a:r>
              <a:rPr b="1" dirty="0" sz="1650" lang="en-IN">
                <a:latin typeface="Times New Roman" panose="02020603050405020304"/>
                <a:cs typeface="Times New Roman" panose="02020603050405020304"/>
              </a:rPr>
              <a:t>a</a:t>
            </a:r>
            <a:r>
              <a:rPr b="1" dirty="0" sz="1650" err="1">
                <a:latin typeface="Times New Roman" panose="02020603050405020304"/>
                <a:cs typeface="Times New Roman" panose="02020603050405020304"/>
              </a:rPr>
              <a:t>nce</a:t>
            </a:r>
            <a:r>
              <a:rPr b="1" dirty="0" sz="1650" spc="-65">
                <a:latin typeface="Times New Roman" panose="02020603050405020304"/>
                <a:cs typeface="Times New Roman" panose="02020603050405020304"/>
              </a:rPr>
              <a:t> </a:t>
            </a:r>
            <a:r>
              <a:rPr b="1" dirty="0" sz="1650" spc="-25">
                <a:latin typeface="Times New Roman" panose="02020603050405020304"/>
                <a:cs typeface="Times New Roman" panose="02020603050405020304"/>
              </a:rPr>
              <a:t>of </a:t>
            </a:r>
            <a:r>
              <a:rPr b="1" dirty="0" sz="1650" lang="en-IN" spc="-25">
                <a:latin typeface="Times New Roman" panose="02020603050405020304"/>
                <a:cs typeface="Times New Roman" panose="02020603050405020304"/>
              </a:rPr>
              <a:t>Mr.MD.Sajid Pasha</a:t>
            </a:r>
          </a:p>
          <a:p>
            <a:pPr algn="ctr" marL="12700" marR="3744595">
              <a:lnSpc>
                <a:spcPct val="100000"/>
              </a:lnSpc>
              <a:spcBef>
                <a:spcPts val="105"/>
              </a:spcBef>
            </a:pPr>
            <a:r>
              <a:rPr b="1" dirty="0" sz="1650">
                <a:latin typeface="Times New Roman" panose="02020603050405020304"/>
                <a:cs typeface="Times New Roman" panose="02020603050405020304"/>
              </a:rPr>
              <a:t>(Assistant</a:t>
            </a:r>
            <a:r>
              <a:rPr b="1" dirty="0" sz="1650" spc="-45">
                <a:latin typeface="Times New Roman" panose="02020603050405020304"/>
                <a:cs typeface="Times New Roman" panose="02020603050405020304"/>
              </a:rPr>
              <a:t> </a:t>
            </a:r>
            <a:r>
              <a:rPr b="1" dirty="0" sz="1650" spc="-10">
                <a:latin typeface="Times New Roman" panose="02020603050405020304"/>
                <a:cs typeface="Times New Roman" panose="02020603050405020304"/>
              </a:rPr>
              <a:t>Professor)</a:t>
            </a:r>
            <a:endParaRPr dirty="0" sz="1450">
              <a:solidFill>
                <a:schemeClr val="tx1"/>
              </a:solidFill>
              <a:latin typeface="Times New Roman" panose="02020603050405020304"/>
              <a:cs typeface="Times New Roman" panose="02020603050405020304"/>
            </a:endParaRPr>
          </a:p>
        </p:txBody>
      </p:sp>
      <p:pic>
        <p:nvPicPr>
          <p:cNvPr id="2097154" name="object 105"/>
          <p:cNvPicPr>
            <a:picLocks/>
          </p:cNvPicPr>
          <p:nvPr/>
        </p:nvPicPr>
        <p:blipFill>
          <a:blip xmlns:r="http://schemas.openxmlformats.org/officeDocument/2006/relationships" r:embed="rId1" cstate="print"/>
          <a:stretch>
            <a:fillRect/>
          </a:stretch>
        </p:blipFill>
        <p:spPr>
          <a:xfrm>
            <a:off x="7546067" y="1315898"/>
            <a:ext cx="1804417" cy="1447113"/>
          </a:xfrm>
          <a:prstGeom prst="rect"/>
        </p:spPr>
      </p:pic>
      <p:sp>
        <p:nvSpPr>
          <p:cNvPr id="1048587" name="object 106"/>
          <p:cNvSpPr txBox="1">
            <a:spLocks noGrp="1"/>
          </p:cNvSpPr>
          <p:nvPr>
            <p:ph type="title"/>
          </p:nvPr>
        </p:nvSpPr>
        <p:spPr>
          <a:xfrm>
            <a:off x="2631398" y="1252295"/>
            <a:ext cx="4436745" cy="392430"/>
          </a:xfrm>
          <a:prstGeom prst="rect"/>
        </p:spPr>
        <p:txBody>
          <a:bodyPr bIns="0" lIns="0" rIns="0" rtlCol="0" tIns="11430" vert="horz" wrap="square">
            <a:spAutoFit/>
          </a:bodyPr>
          <a:p>
            <a:pPr marL="12700">
              <a:lnSpc>
                <a:spcPct val="100000"/>
              </a:lnSpc>
              <a:spcBef>
                <a:spcPts val="90"/>
              </a:spcBef>
            </a:pPr>
            <a:r>
              <a:rPr dirty="0" sz="2650">
                <a:solidFill>
                  <a:srgbClr val="702FA0"/>
                </a:solidFill>
              </a:rPr>
              <a:t>CMR</a:t>
            </a:r>
            <a:r>
              <a:rPr dirty="0" sz="2650" spc="-60">
                <a:solidFill>
                  <a:srgbClr val="702FA0"/>
                </a:solidFill>
              </a:rPr>
              <a:t> </a:t>
            </a:r>
            <a:r>
              <a:rPr dirty="0" sz="2650" spc="-25">
                <a:solidFill>
                  <a:srgbClr val="702FA0"/>
                </a:solidFill>
              </a:rPr>
              <a:t>TECHNICAL</a:t>
            </a:r>
            <a:r>
              <a:rPr dirty="0" sz="2650" spc="-150">
                <a:solidFill>
                  <a:srgbClr val="702FA0"/>
                </a:solidFill>
              </a:rPr>
              <a:t> </a:t>
            </a:r>
            <a:r>
              <a:rPr dirty="0" sz="2650" spc="-10">
                <a:solidFill>
                  <a:srgbClr val="702FA0"/>
                </a:solidFill>
              </a:rPr>
              <a:t>CAMPUS</a:t>
            </a:r>
            <a:endParaRPr sz="2650"/>
          </a:p>
        </p:txBody>
      </p:sp>
      <p:sp>
        <p:nvSpPr>
          <p:cNvPr id="1048588" name="object 107"/>
          <p:cNvSpPr txBox="1"/>
          <p:nvPr/>
        </p:nvSpPr>
        <p:spPr>
          <a:xfrm>
            <a:off x="2546118" y="1715465"/>
            <a:ext cx="4692881" cy="2036445"/>
          </a:xfrm>
          <a:prstGeom prst="rect"/>
        </p:spPr>
        <p:txBody>
          <a:bodyPr bIns="0" lIns="0" rIns="0" rtlCol="0" tIns="16510" vert="horz" wrap="square">
            <a:spAutoFit/>
          </a:bodyPr>
          <a:p>
            <a:pPr marL="929640">
              <a:lnSpc>
                <a:spcPct val="100000"/>
              </a:lnSpc>
              <a:spcBef>
                <a:spcPts val="130"/>
              </a:spcBef>
            </a:pPr>
            <a:r>
              <a:rPr dirty="0" sz="1950">
                <a:solidFill>
                  <a:srgbClr val="FF0000"/>
                </a:solidFill>
                <a:latin typeface="Times New Roman" panose="02020603050405020304"/>
                <a:cs typeface="Times New Roman" panose="02020603050405020304"/>
              </a:rPr>
              <a:t>UGC</a:t>
            </a:r>
            <a:r>
              <a:rPr dirty="0" sz="1950" spc="-60">
                <a:solidFill>
                  <a:srgbClr val="FF0000"/>
                </a:solidFill>
                <a:latin typeface="Times New Roman" panose="02020603050405020304"/>
                <a:cs typeface="Times New Roman" panose="02020603050405020304"/>
              </a:rPr>
              <a:t> </a:t>
            </a:r>
            <a:r>
              <a:rPr dirty="0" sz="1950" spc="-10">
                <a:solidFill>
                  <a:srgbClr val="FF0000"/>
                </a:solidFill>
                <a:latin typeface="Times New Roman" panose="02020603050405020304"/>
                <a:cs typeface="Times New Roman" panose="02020603050405020304"/>
              </a:rPr>
              <a:t>AUTONOMOUS</a:t>
            </a:r>
            <a:endParaRPr dirty="0" sz="1950">
              <a:latin typeface="Times New Roman" panose="02020603050405020304"/>
              <a:cs typeface="Times New Roman" panose="02020603050405020304"/>
            </a:endParaRPr>
          </a:p>
          <a:p>
            <a:pPr algn="ctr" marL="3175">
              <a:lnSpc>
                <a:spcPct val="100000"/>
              </a:lnSpc>
              <a:spcBef>
                <a:spcPts val="1545"/>
              </a:spcBef>
            </a:pPr>
            <a:r>
              <a:rPr b="1" dirty="0" sz="1150">
                <a:latin typeface="Times New Roman" panose="02020603050405020304"/>
                <a:cs typeface="Times New Roman" panose="02020603050405020304"/>
              </a:rPr>
              <a:t>Accredited</a:t>
            </a:r>
            <a:r>
              <a:rPr b="1" dirty="0" sz="1150" spc="-15">
                <a:latin typeface="Times New Roman" panose="02020603050405020304"/>
                <a:cs typeface="Times New Roman" panose="02020603050405020304"/>
              </a:rPr>
              <a:t> </a:t>
            </a:r>
            <a:r>
              <a:rPr b="1" dirty="0" sz="1150">
                <a:latin typeface="Times New Roman" panose="02020603050405020304"/>
                <a:cs typeface="Times New Roman" panose="02020603050405020304"/>
              </a:rPr>
              <a:t>by</a:t>
            </a:r>
            <a:r>
              <a:rPr b="1" dirty="0" sz="1150" spc="-15">
                <a:latin typeface="Times New Roman" panose="02020603050405020304"/>
                <a:cs typeface="Times New Roman" panose="02020603050405020304"/>
              </a:rPr>
              <a:t> </a:t>
            </a:r>
            <a:r>
              <a:rPr b="1" dirty="0" sz="1150">
                <a:latin typeface="Times New Roman" panose="02020603050405020304"/>
                <a:cs typeface="Times New Roman" panose="02020603050405020304"/>
              </a:rPr>
              <a:t>NBA</a:t>
            </a:r>
            <a:r>
              <a:rPr b="1" dirty="0" sz="1150" spc="-50">
                <a:latin typeface="Times New Roman" panose="02020603050405020304"/>
                <a:cs typeface="Times New Roman" panose="02020603050405020304"/>
              </a:rPr>
              <a:t> </a:t>
            </a:r>
            <a:r>
              <a:rPr b="1" dirty="0" sz="1150">
                <a:latin typeface="Times New Roman" panose="02020603050405020304"/>
                <a:cs typeface="Times New Roman" panose="02020603050405020304"/>
              </a:rPr>
              <a:t>&amp;</a:t>
            </a:r>
            <a:r>
              <a:rPr b="1" dirty="0" sz="1150" spc="-10">
                <a:latin typeface="Times New Roman" panose="02020603050405020304"/>
                <a:cs typeface="Times New Roman" panose="02020603050405020304"/>
              </a:rPr>
              <a:t> </a:t>
            </a:r>
            <a:r>
              <a:rPr b="1" dirty="0" sz="1150">
                <a:latin typeface="Times New Roman" panose="02020603050405020304"/>
                <a:cs typeface="Times New Roman" panose="02020603050405020304"/>
              </a:rPr>
              <a:t>NAAC</a:t>
            </a:r>
            <a:r>
              <a:rPr b="1" dirty="0" sz="1150" spc="5">
                <a:latin typeface="Times New Roman" panose="02020603050405020304"/>
                <a:cs typeface="Times New Roman" panose="02020603050405020304"/>
              </a:rPr>
              <a:t> </a:t>
            </a:r>
            <a:r>
              <a:rPr b="1" dirty="0" sz="1150" spc="-10">
                <a:latin typeface="Times New Roman" panose="02020603050405020304"/>
                <a:cs typeface="Times New Roman" panose="02020603050405020304"/>
              </a:rPr>
              <a:t>with</a:t>
            </a:r>
            <a:r>
              <a:rPr b="1" dirty="0" sz="1150" spc="-80">
                <a:latin typeface="Times New Roman" panose="02020603050405020304"/>
                <a:cs typeface="Times New Roman" panose="02020603050405020304"/>
              </a:rPr>
              <a:t> </a:t>
            </a:r>
            <a:r>
              <a:rPr b="1" dirty="0" sz="1150">
                <a:latin typeface="Times New Roman" panose="02020603050405020304"/>
                <a:cs typeface="Times New Roman" panose="02020603050405020304"/>
              </a:rPr>
              <a:t>A</a:t>
            </a:r>
            <a:r>
              <a:rPr b="1" dirty="0" sz="1150" spc="-65">
                <a:latin typeface="Times New Roman" panose="02020603050405020304"/>
                <a:cs typeface="Times New Roman" panose="02020603050405020304"/>
              </a:rPr>
              <a:t> </a:t>
            </a:r>
            <a:r>
              <a:rPr b="1" dirty="0" sz="1150" spc="-20">
                <a:latin typeface="Times New Roman" panose="02020603050405020304"/>
                <a:cs typeface="Times New Roman" panose="02020603050405020304"/>
              </a:rPr>
              <a:t>Grade</a:t>
            </a:r>
            <a:endParaRPr dirty="0" sz="1150">
              <a:latin typeface="Times New Roman" panose="02020603050405020304"/>
              <a:cs typeface="Times New Roman" panose="02020603050405020304"/>
            </a:endParaRPr>
          </a:p>
          <a:p>
            <a:pPr marL="12700">
              <a:lnSpc>
                <a:spcPct val="100000"/>
              </a:lnSpc>
              <a:spcBef>
                <a:spcPts val="360"/>
              </a:spcBef>
            </a:pPr>
            <a:r>
              <a:rPr b="1" dirty="0" sz="1150">
                <a:latin typeface="Times New Roman" panose="02020603050405020304"/>
                <a:cs typeface="Times New Roman" panose="02020603050405020304"/>
              </a:rPr>
              <a:t>Approved</a:t>
            </a:r>
            <a:r>
              <a:rPr b="1" dirty="0" sz="1150" spc="-10">
                <a:latin typeface="Times New Roman" panose="02020603050405020304"/>
                <a:cs typeface="Times New Roman" panose="02020603050405020304"/>
              </a:rPr>
              <a:t> </a:t>
            </a:r>
            <a:r>
              <a:rPr b="1" dirty="0" sz="1150">
                <a:latin typeface="Times New Roman" panose="02020603050405020304"/>
                <a:cs typeface="Times New Roman" panose="02020603050405020304"/>
              </a:rPr>
              <a:t>by</a:t>
            </a:r>
            <a:r>
              <a:rPr b="1" dirty="0" sz="1150" spc="-65">
                <a:latin typeface="Times New Roman" panose="02020603050405020304"/>
                <a:cs typeface="Times New Roman" panose="02020603050405020304"/>
              </a:rPr>
              <a:t> </a:t>
            </a:r>
            <a:r>
              <a:rPr b="1" dirty="0" sz="1150">
                <a:latin typeface="Times New Roman" panose="02020603050405020304"/>
                <a:cs typeface="Times New Roman" panose="02020603050405020304"/>
              </a:rPr>
              <a:t>AICTE,</a:t>
            </a:r>
            <a:r>
              <a:rPr b="1" dirty="0" sz="1150" spc="15">
                <a:latin typeface="Times New Roman" panose="02020603050405020304"/>
                <a:cs typeface="Times New Roman" panose="02020603050405020304"/>
              </a:rPr>
              <a:t> </a:t>
            </a:r>
            <a:r>
              <a:rPr b="1" dirty="0" sz="1150">
                <a:latin typeface="Times New Roman" panose="02020603050405020304"/>
                <a:cs typeface="Times New Roman" panose="02020603050405020304"/>
              </a:rPr>
              <a:t>New</a:t>
            </a:r>
            <a:r>
              <a:rPr b="1" dirty="0" sz="1150" spc="-25">
                <a:latin typeface="Times New Roman" panose="02020603050405020304"/>
                <a:cs typeface="Times New Roman" panose="02020603050405020304"/>
              </a:rPr>
              <a:t> </a:t>
            </a:r>
            <a:r>
              <a:rPr b="1" dirty="0" sz="1150">
                <a:latin typeface="Times New Roman" panose="02020603050405020304"/>
                <a:cs typeface="Times New Roman" panose="02020603050405020304"/>
              </a:rPr>
              <a:t>Delhi</a:t>
            </a:r>
            <a:r>
              <a:rPr b="1" dirty="0" sz="1150" spc="-10">
                <a:latin typeface="Times New Roman" panose="02020603050405020304"/>
                <a:cs typeface="Times New Roman" panose="02020603050405020304"/>
              </a:rPr>
              <a:t> </a:t>
            </a:r>
            <a:r>
              <a:rPr b="1" dirty="0" sz="1150">
                <a:latin typeface="Times New Roman" panose="02020603050405020304"/>
                <a:cs typeface="Times New Roman" panose="02020603050405020304"/>
              </a:rPr>
              <a:t>and</a:t>
            </a:r>
            <a:r>
              <a:rPr b="1" dirty="0" sz="1150" spc="-70">
                <a:latin typeface="Times New Roman" panose="02020603050405020304"/>
                <a:cs typeface="Times New Roman" panose="02020603050405020304"/>
              </a:rPr>
              <a:t> </a:t>
            </a:r>
            <a:r>
              <a:rPr b="1" dirty="0" sz="1150">
                <a:latin typeface="Times New Roman" panose="02020603050405020304"/>
                <a:cs typeface="Times New Roman" panose="02020603050405020304"/>
              </a:rPr>
              <a:t>Affiliated</a:t>
            </a:r>
            <a:r>
              <a:rPr b="1" dirty="0" sz="1150" spc="-60">
                <a:latin typeface="Times New Roman" panose="02020603050405020304"/>
                <a:cs typeface="Times New Roman" panose="02020603050405020304"/>
              </a:rPr>
              <a:t> </a:t>
            </a:r>
            <a:r>
              <a:rPr b="1" dirty="0" sz="1150">
                <a:latin typeface="Times New Roman" panose="02020603050405020304"/>
                <a:cs typeface="Times New Roman" panose="02020603050405020304"/>
              </a:rPr>
              <a:t>to</a:t>
            </a:r>
            <a:r>
              <a:rPr b="1" dirty="0" sz="1150" spc="-20">
                <a:latin typeface="Times New Roman" panose="02020603050405020304"/>
                <a:cs typeface="Times New Roman" panose="02020603050405020304"/>
              </a:rPr>
              <a:t> </a:t>
            </a:r>
            <a:r>
              <a:rPr b="1" dirty="0" sz="1150">
                <a:latin typeface="Times New Roman" panose="02020603050405020304"/>
                <a:cs typeface="Times New Roman" panose="02020603050405020304"/>
              </a:rPr>
              <a:t>JNTU, </a:t>
            </a:r>
            <a:r>
              <a:rPr b="1" dirty="0" sz="1150" spc="-10">
                <a:latin typeface="Times New Roman" panose="02020603050405020304"/>
                <a:cs typeface="Times New Roman" panose="02020603050405020304"/>
              </a:rPr>
              <a:t>Hyderabad</a:t>
            </a:r>
            <a:endParaRPr dirty="0" sz="1150">
              <a:latin typeface="Times New Roman" panose="02020603050405020304"/>
              <a:cs typeface="Times New Roman" panose="02020603050405020304"/>
            </a:endParaRPr>
          </a:p>
          <a:p>
            <a:pPr algn="ctr" marL="141605">
              <a:lnSpc>
                <a:spcPct val="100000"/>
              </a:lnSpc>
              <a:spcBef>
                <a:spcPts val="1060"/>
              </a:spcBef>
            </a:pPr>
            <a:r>
              <a:rPr b="1" dirty="0" sz="1950">
                <a:solidFill>
                  <a:srgbClr val="31833D"/>
                </a:solidFill>
                <a:latin typeface="Times New Roman" panose="02020603050405020304"/>
                <a:cs typeface="Times New Roman" panose="02020603050405020304"/>
              </a:rPr>
              <a:t>Department</a:t>
            </a:r>
            <a:r>
              <a:rPr b="1" dirty="0" sz="1950" spc="85">
                <a:solidFill>
                  <a:srgbClr val="31833D"/>
                </a:solidFill>
                <a:latin typeface="Times New Roman" panose="02020603050405020304"/>
                <a:cs typeface="Times New Roman" panose="02020603050405020304"/>
              </a:rPr>
              <a:t> </a:t>
            </a:r>
            <a:r>
              <a:rPr b="1" dirty="0" sz="1950">
                <a:solidFill>
                  <a:srgbClr val="31833D"/>
                </a:solidFill>
                <a:latin typeface="Times New Roman" panose="02020603050405020304"/>
                <a:cs typeface="Times New Roman" panose="02020603050405020304"/>
              </a:rPr>
              <a:t>of</a:t>
            </a:r>
            <a:r>
              <a:rPr b="1" dirty="0" sz="1950" spc="65">
                <a:solidFill>
                  <a:srgbClr val="31833D"/>
                </a:solidFill>
                <a:latin typeface="Times New Roman" panose="02020603050405020304"/>
                <a:cs typeface="Times New Roman" panose="02020603050405020304"/>
              </a:rPr>
              <a:t> </a:t>
            </a:r>
            <a:r>
              <a:rPr b="1" dirty="0" sz="1950">
                <a:solidFill>
                  <a:srgbClr val="31833D"/>
                </a:solidFill>
                <a:latin typeface="Times New Roman" panose="02020603050405020304"/>
                <a:cs typeface="Times New Roman" panose="02020603050405020304"/>
              </a:rPr>
              <a:t>Information</a:t>
            </a:r>
            <a:r>
              <a:rPr b="1" dirty="0" sz="1950" spc="15">
                <a:solidFill>
                  <a:srgbClr val="31833D"/>
                </a:solidFill>
                <a:latin typeface="Times New Roman" panose="02020603050405020304"/>
                <a:cs typeface="Times New Roman" panose="02020603050405020304"/>
              </a:rPr>
              <a:t> </a:t>
            </a:r>
            <a:r>
              <a:rPr b="1" dirty="0" sz="1950" spc="-10">
                <a:solidFill>
                  <a:srgbClr val="31833D"/>
                </a:solidFill>
                <a:latin typeface="Times New Roman" panose="02020603050405020304"/>
                <a:cs typeface="Times New Roman" panose="02020603050405020304"/>
              </a:rPr>
              <a:t>Technology</a:t>
            </a:r>
            <a:endParaRPr dirty="0" sz="1950">
              <a:latin typeface="Times New Roman" panose="02020603050405020304"/>
              <a:cs typeface="Times New Roman" panose="02020603050405020304"/>
            </a:endParaRPr>
          </a:p>
          <a:p>
            <a:pPr algn="ctr" marL="140970">
              <a:lnSpc>
                <a:spcPct val="100000"/>
              </a:lnSpc>
              <a:spcBef>
                <a:spcPts val="20"/>
              </a:spcBef>
            </a:pPr>
            <a:r>
              <a:rPr b="1" dirty="0" sz="1650" spc="-10">
                <a:solidFill>
                  <a:srgbClr val="31833D"/>
                </a:solidFill>
                <a:latin typeface="Times New Roman" panose="02020603050405020304"/>
                <a:cs typeface="Times New Roman" panose="02020603050405020304"/>
              </a:rPr>
              <a:t>Review</a:t>
            </a:r>
            <a:r>
              <a:rPr b="1" dirty="0" sz="1650" lang="en-US" spc="-10">
                <a:solidFill>
                  <a:srgbClr val="31833D"/>
                </a:solidFill>
                <a:latin typeface="Times New Roman" panose="02020603050405020304"/>
                <a:cs typeface="Times New Roman" panose="02020603050405020304"/>
              </a:rPr>
              <a:t>-1</a:t>
            </a:r>
            <a:endParaRPr dirty="0" sz="1650" lang="en-US" spc="-10">
              <a:latin typeface="Times New Roman" panose="02020603050405020304"/>
              <a:cs typeface="Times New Roman" panose="02020603050405020304"/>
            </a:endParaRPr>
          </a:p>
          <a:p>
            <a:pPr algn="ctr" marL="140970">
              <a:lnSpc>
                <a:spcPct val="100000"/>
              </a:lnSpc>
              <a:spcBef>
                <a:spcPts val="20"/>
              </a:spcBef>
            </a:pPr>
            <a:r>
              <a:rPr b="1" dirty="0" sz="1650" lang="en-US">
                <a:solidFill>
                  <a:srgbClr val="31833D"/>
                </a:solidFill>
                <a:latin typeface="Times New Roman" panose="02020603050405020304"/>
                <a:cs typeface="Times New Roman" panose="02020603050405020304"/>
              </a:rPr>
              <a:t>Industrial Oriented Mini Project</a:t>
            </a:r>
          </a:p>
          <a:p>
            <a:pPr algn="ctr" marL="1539240" marR="1388745">
              <a:lnSpc>
                <a:spcPct val="100000"/>
              </a:lnSpc>
            </a:pPr>
            <a:r>
              <a:rPr b="1" dirty="0" sz="1650" spc="-25">
                <a:solidFill>
                  <a:srgbClr val="31833D"/>
                </a:solidFill>
                <a:latin typeface="Times New Roman" panose="02020603050405020304"/>
                <a:cs typeface="Times New Roman" panose="02020603050405020304"/>
              </a:rPr>
              <a:t>on</a:t>
            </a:r>
            <a:endParaRPr dirty="0" sz="1650">
              <a:latin typeface="Times New Roman" panose="02020603050405020304"/>
              <a:cs typeface="Times New Roman" panose="02020603050405020304"/>
            </a:endParaRPr>
          </a:p>
        </p:txBody>
      </p:sp>
      <p:pic>
        <p:nvPicPr>
          <p:cNvPr id="2097155" name="object 108"/>
          <p:cNvPicPr>
            <a:picLocks/>
          </p:cNvPicPr>
          <p:nvPr/>
        </p:nvPicPr>
        <p:blipFill>
          <a:blip xmlns:r="http://schemas.openxmlformats.org/officeDocument/2006/relationships" r:embed="rId2" cstate="print"/>
          <a:stretch>
            <a:fillRect/>
          </a:stretch>
        </p:blipFill>
        <p:spPr>
          <a:xfrm>
            <a:off x="605079" y="1443860"/>
            <a:ext cx="1537716" cy="1036320"/>
          </a:xfrm>
          <a:prstGeom prst="rect"/>
        </p:spPr>
      </p:pic>
      <p:sp>
        <p:nvSpPr>
          <p:cNvPr id="1048589" name="TextBox 108"/>
          <p:cNvSpPr txBox="1"/>
          <p:nvPr/>
        </p:nvSpPr>
        <p:spPr>
          <a:xfrm>
            <a:off x="1366242" y="3896094"/>
            <a:ext cx="6687445" cy="802640"/>
          </a:xfrm>
          <a:prstGeom prst="rect"/>
          <a:noFill/>
        </p:spPr>
        <p:txBody>
          <a:bodyPr rtlCol="0" wrap="square">
            <a:spAutoFit/>
          </a:bodyPr>
          <a:p>
            <a:pPr algn="ctr"/>
            <a:r>
              <a:rPr b="1" dirty="0" sz="2400" lang="en-US">
                <a:latin typeface="Times New Roman" panose="02020603050405020304" pitchFamily="18" charset="0"/>
                <a:cs typeface="Times New Roman" panose="02020603050405020304" pitchFamily="18" charset="0"/>
              </a:rPr>
              <a:t>I</a:t>
            </a:r>
            <a:r>
              <a:rPr b="1" dirty="0" sz="2400" lang="en-US">
                <a:latin typeface="Times New Roman" panose="02020603050405020304" pitchFamily="18" charset="0"/>
                <a:cs typeface="Times New Roman" panose="02020603050405020304" pitchFamily="18" charset="0"/>
              </a:rPr>
              <a:t>M</a:t>
            </a:r>
            <a:r>
              <a:rPr b="1" dirty="0" sz="2400" lang="en-US">
                <a:latin typeface="Times New Roman" panose="02020603050405020304" pitchFamily="18" charset="0"/>
                <a:cs typeface="Times New Roman" panose="02020603050405020304" pitchFamily="18" charset="0"/>
              </a:rPr>
              <a:t>A</a:t>
            </a:r>
            <a:r>
              <a:rPr b="1" dirty="0" sz="2400" lang="en-US">
                <a:latin typeface="Times New Roman" panose="02020603050405020304" pitchFamily="18" charset="0"/>
                <a:cs typeface="Times New Roman" panose="02020603050405020304" pitchFamily="18" charset="0"/>
              </a:rPr>
              <a:t>G</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B</a:t>
            </a:r>
            <a:r>
              <a:rPr b="1" dirty="0" sz="2400" lang="en-US">
                <a:latin typeface="Times New Roman" panose="02020603050405020304" pitchFamily="18" charset="0"/>
                <a:cs typeface="Times New Roman" panose="02020603050405020304" pitchFamily="18" charset="0"/>
              </a:rPr>
              <a:t>A</a:t>
            </a:r>
            <a:r>
              <a:rPr b="1" dirty="0" sz="2400" lang="en-US">
                <a:latin typeface="Times New Roman" panose="02020603050405020304" pitchFamily="18" charset="0"/>
                <a:cs typeface="Times New Roman" panose="02020603050405020304" pitchFamily="18" charset="0"/>
              </a:rPr>
              <a:t>S</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D</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P</a:t>
            </a:r>
            <a:r>
              <a:rPr b="1" dirty="0" sz="2400" lang="en-US">
                <a:latin typeface="Times New Roman" panose="02020603050405020304" pitchFamily="18" charset="0"/>
                <a:cs typeface="Times New Roman" panose="02020603050405020304" pitchFamily="18" charset="0"/>
              </a:rPr>
              <a:t>A</a:t>
            </a:r>
            <a:r>
              <a:rPr b="1" dirty="0" sz="2400" lang="en-US">
                <a:latin typeface="Times New Roman" panose="02020603050405020304" pitchFamily="18" charset="0"/>
                <a:cs typeface="Times New Roman" panose="02020603050405020304" pitchFamily="18" charset="0"/>
              </a:rPr>
              <a:t>D</a:t>
            </a:r>
            <a:r>
              <a:rPr b="1" dirty="0" sz="2400" lang="en-US">
                <a:latin typeface="Times New Roman" panose="02020603050405020304" pitchFamily="18" charset="0"/>
                <a:cs typeface="Times New Roman" panose="02020603050405020304" pitchFamily="18" charset="0"/>
              </a:rPr>
              <a:t>D</a:t>
            </a:r>
            <a:r>
              <a:rPr b="1" dirty="0" sz="2400" lang="en-US">
                <a:latin typeface="Times New Roman" panose="02020603050405020304" pitchFamily="18" charset="0"/>
                <a:cs typeface="Times New Roman" panose="02020603050405020304" pitchFamily="18" charset="0"/>
              </a:rPr>
              <a:t>Y</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D</a:t>
            </a:r>
            <a:r>
              <a:rPr b="1" dirty="0" sz="2400" lang="en-US">
                <a:latin typeface="Times New Roman" panose="02020603050405020304" pitchFamily="18" charset="0"/>
                <a:cs typeface="Times New Roman" panose="02020603050405020304" pitchFamily="18" charset="0"/>
              </a:rPr>
              <a:t>I</a:t>
            </a:r>
            <a:r>
              <a:rPr b="1" dirty="0" sz="2400" lang="en-US">
                <a:latin typeface="Times New Roman" panose="02020603050405020304" pitchFamily="18" charset="0"/>
                <a:cs typeface="Times New Roman" panose="02020603050405020304" pitchFamily="18" charset="0"/>
              </a:rPr>
              <a:t>S</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ASE </a:t>
            </a:r>
            <a:r>
              <a:rPr b="1" dirty="0" sz="2400" lang="en-US">
                <a:latin typeface="Times New Roman" panose="02020603050405020304" pitchFamily="18" charset="0"/>
                <a:cs typeface="Times New Roman" panose="02020603050405020304" pitchFamily="18" charset="0"/>
              </a:rPr>
              <a:t>RECOGNITION </a:t>
            </a:r>
            <a:r>
              <a:rPr b="1" dirty="0" sz="2400" lang="en-US">
                <a:latin typeface="Times New Roman" panose="02020603050405020304" pitchFamily="18" charset="0"/>
                <a:cs typeface="Times New Roman" panose="02020603050405020304" pitchFamily="18" charset="0"/>
              </a:rPr>
              <a:t>U</a:t>
            </a:r>
            <a:r>
              <a:rPr b="1" dirty="0" sz="2400" lang="en-US">
                <a:latin typeface="Times New Roman" panose="02020603050405020304" pitchFamily="18" charset="0"/>
                <a:cs typeface="Times New Roman" panose="02020603050405020304" pitchFamily="18" charset="0"/>
              </a:rPr>
              <a:t>S</a:t>
            </a:r>
            <a:r>
              <a:rPr b="1" dirty="0" sz="2400" lang="en-US">
                <a:latin typeface="Times New Roman" panose="02020603050405020304" pitchFamily="18" charset="0"/>
                <a:cs typeface="Times New Roman" panose="02020603050405020304" pitchFamily="18" charset="0"/>
              </a:rPr>
              <a:t>I</a:t>
            </a:r>
            <a:r>
              <a:rPr b="1" dirty="0" sz="2400" lang="en-US">
                <a:latin typeface="Times New Roman" panose="02020603050405020304" pitchFamily="18" charset="0"/>
                <a:cs typeface="Times New Roman" panose="02020603050405020304" pitchFamily="18" charset="0"/>
              </a:rPr>
              <a:t>N</a:t>
            </a:r>
            <a:r>
              <a:rPr b="1" dirty="0" sz="2400" lang="en-US">
                <a:latin typeface="Times New Roman" panose="02020603050405020304" pitchFamily="18" charset="0"/>
                <a:cs typeface="Times New Roman" panose="02020603050405020304" pitchFamily="18" charset="0"/>
              </a:rPr>
              <a:t>G</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R</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S</a:t>
            </a:r>
            <a:r>
              <a:rPr b="1" dirty="0" sz="2400" lang="en-US">
                <a:latin typeface="Times New Roman" panose="02020603050405020304" pitchFamily="18" charset="0"/>
                <a:cs typeface="Times New Roman" panose="02020603050405020304" pitchFamily="18" charset="0"/>
              </a:rPr>
              <a:t>N</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T</a:t>
            </a:r>
            <a:r>
              <a:rPr b="1" dirty="0" sz="2400" lang="en-US">
                <a:latin typeface="Times New Roman" panose="02020603050405020304" pitchFamily="18" charset="0"/>
                <a:cs typeface="Times New Roman" panose="02020603050405020304" pitchFamily="18" charset="0"/>
              </a:rPr>
              <a:t>1</a:t>
            </a:r>
            <a:r>
              <a:rPr b="1" dirty="0" sz="2400" lang="en-US">
                <a:latin typeface="Times New Roman" panose="02020603050405020304" pitchFamily="18" charset="0"/>
                <a:cs typeface="Times New Roman" panose="02020603050405020304" pitchFamily="18" charset="0"/>
              </a:rPr>
              <a:t>0</a:t>
            </a:r>
            <a:r>
              <a:rPr b="1" dirty="0" sz="2400" lang="en-US">
                <a:latin typeface="Times New Roman" panose="02020603050405020304" pitchFamily="18" charset="0"/>
                <a:cs typeface="Times New Roman" panose="02020603050405020304" pitchFamily="18" charset="0"/>
              </a:rPr>
              <a:t>1</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D</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P</a:t>
            </a:r>
            <a:r>
              <a:rPr b="1" dirty="0" sz="2400" lang="en-US">
                <a:latin typeface="Times New Roman" panose="02020603050405020304" pitchFamily="18" charset="0"/>
                <a:cs typeface="Times New Roman" panose="02020603050405020304" pitchFamily="18" charset="0"/>
              </a:rPr>
              <a:t> </a:t>
            </a:r>
            <a:r>
              <a:rPr b="1" dirty="0" sz="2400" lang="en-US">
                <a:latin typeface="Times New Roman" panose="02020603050405020304" pitchFamily="18" charset="0"/>
                <a:cs typeface="Times New Roman" panose="02020603050405020304" pitchFamily="18" charset="0"/>
              </a:rPr>
              <a:t>N</a:t>
            </a:r>
            <a:r>
              <a:rPr b="1" dirty="0" sz="2400" lang="en-US">
                <a:latin typeface="Times New Roman" panose="02020603050405020304" pitchFamily="18" charset="0"/>
                <a:cs typeface="Times New Roman" panose="02020603050405020304" pitchFamily="18" charset="0"/>
              </a:rPr>
              <a:t>E</a:t>
            </a:r>
            <a:r>
              <a:rPr b="1" dirty="0" sz="2400" lang="en-US">
                <a:latin typeface="Times New Roman" panose="02020603050405020304" pitchFamily="18" charset="0"/>
                <a:cs typeface="Times New Roman" panose="02020603050405020304" pitchFamily="18" charset="0"/>
              </a:rPr>
              <a:t>T</a:t>
            </a:r>
            <a:r>
              <a:rPr b="1" dirty="0" sz="2400" lang="en-US">
                <a:latin typeface="Times New Roman" panose="02020603050405020304" pitchFamily="18" charset="0"/>
                <a:cs typeface="Times New Roman" panose="02020603050405020304" pitchFamily="18" charset="0"/>
              </a:rPr>
              <a:t>W</a:t>
            </a:r>
            <a:r>
              <a:rPr b="1" dirty="0" sz="2400" lang="en-US">
                <a:latin typeface="Times New Roman" panose="02020603050405020304" pitchFamily="18" charset="0"/>
                <a:cs typeface="Times New Roman" panose="02020603050405020304" pitchFamily="18" charset="0"/>
              </a:rPr>
              <a:t>ORK </a:t>
            </a:r>
            <a:endParaRPr b="1" dirty="0" sz="2400" lang="en-IN">
              <a:latin typeface="Times New Roman" panose="02020603050405020304" pitchFamily="18" charset="0"/>
              <a:cs typeface="Times New Roman" panose="02020603050405020304" pitchFamily="18" charset="0"/>
            </a:endParaRPr>
          </a:p>
        </p:txBody>
      </p:sp>
      <p:sp>
        <p:nvSpPr>
          <p:cNvPr id="1048590" name="TextBox 1"/>
          <p:cNvSpPr txBox="1"/>
          <p:nvPr/>
        </p:nvSpPr>
        <p:spPr>
          <a:xfrm>
            <a:off x="3124200" y="5249104"/>
            <a:ext cx="7620000" cy="1383665"/>
          </a:xfrm>
          <a:prstGeom prst="rect"/>
          <a:noFill/>
        </p:spPr>
        <p:txBody>
          <a:bodyPr rtlCol="0" wrap="square">
            <a:spAutoFit/>
          </a:bodyPr>
          <a:p>
            <a:pPr algn="l" marL="12700" marR="3744595">
              <a:lnSpc>
                <a:spcPct val="100000"/>
              </a:lnSpc>
              <a:spcBef>
                <a:spcPts val="105"/>
              </a:spcBef>
            </a:pPr>
            <a:endParaRPr dirty="0" sz="2000" lang="pt-BR">
              <a:latin typeface="Times New Roman" panose="02020603050405020304"/>
              <a:cs typeface="Times New Roman" panose="02020603050405020304"/>
            </a:endParaRPr>
          </a:p>
          <a:p>
            <a:pPr algn="l" marL="3043555">
              <a:lnSpc>
                <a:spcPts val="1555"/>
              </a:lnSpc>
            </a:pPr>
            <a:r>
              <a:rPr b="1" dirty="0" sz="1800" lang="pt-BR">
                <a:solidFill>
                  <a:srgbClr val="BF0000"/>
                </a:solidFill>
                <a:latin typeface="Times New Roman" panose="02020603050405020304"/>
                <a:cs typeface="Times New Roman" panose="02020603050405020304"/>
              </a:rPr>
              <a:t>PRESENTED</a:t>
            </a:r>
            <a:r>
              <a:rPr b="1" dirty="0" sz="1800" lang="pt-BR" spc="150">
                <a:solidFill>
                  <a:srgbClr val="BF0000"/>
                </a:solidFill>
                <a:latin typeface="Times New Roman" panose="02020603050405020304"/>
                <a:cs typeface="Times New Roman" panose="02020603050405020304"/>
              </a:rPr>
              <a:t> </a:t>
            </a:r>
            <a:r>
              <a:rPr b="1" dirty="0" sz="1800" lang="pt-BR" spc="-25">
                <a:solidFill>
                  <a:srgbClr val="BF0000"/>
                </a:solidFill>
                <a:latin typeface="Times New Roman" panose="02020603050405020304"/>
                <a:cs typeface="Times New Roman" panose="02020603050405020304"/>
              </a:rPr>
              <a:t>BY:-</a:t>
            </a:r>
          </a:p>
          <a:p>
            <a:pPr algn="l" marL="3043555">
              <a:lnSpc>
                <a:spcPts val="1555"/>
              </a:lnSpc>
            </a:pPr>
            <a:r>
              <a:rPr dirty="0" sz="1800" lang="pt-BR" spc="-25">
                <a:solidFill>
                  <a:schemeClr val="tx1"/>
                </a:solidFill>
                <a:latin typeface="Times New Roman" panose="02020603050405020304"/>
                <a:cs typeface="Times New Roman" panose="02020603050405020304"/>
              </a:rPr>
              <a:t>227R1A12B9-P.Vaishnavi</a:t>
            </a:r>
          </a:p>
          <a:p>
            <a:pPr algn="l" marL="3043555">
              <a:lnSpc>
                <a:spcPts val="1555"/>
              </a:lnSpc>
            </a:pPr>
            <a:r>
              <a:rPr dirty="0" sz="1800" lang="pt-BR" spc="-25">
                <a:solidFill>
                  <a:schemeClr val="tx1"/>
                </a:solidFill>
                <a:latin typeface="Times New Roman" panose="02020603050405020304"/>
                <a:cs typeface="Times New Roman" panose="02020603050405020304"/>
              </a:rPr>
              <a:t>227R1A12B2-M.Anusha</a:t>
            </a:r>
          </a:p>
          <a:p>
            <a:pPr algn="l" marL="3043555">
              <a:lnSpc>
                <a:spcPts val="1555"/>
              </a:lnSpc>
            </a:pPr>
            <a:r>
              <a:rPr dirty="0" sz="1800" lang="pt-BR" spc="-25">
                <a:solidFill>
                  <a:schemeClr val="tx1"/>
                </a:solidFill>
                <a:latin typeface="Times New Roman" panose="02020603050405020304"/>
                <a:cs typeface="Times New Roman" panose="02020603050405020304"/>
              </a:rPr>
              <a:t>237R5A1213-R.Rakshith</a:t>
            </a:r>
          </a:p>
          <a:p>
            <a:pPr algn="l" marL="3043555">
              <a:lnSpc>
                <a:spcPts val="1555"/>
              </a:lnSpc>
            </a:pPr>
            <a:r>
              <a:rPr dirty="0" sz="1800" lang="pt-BR" spc="-25">
                <a:solidFill>
                  <a:schemeClr val="tx1"/>
                </a:solidFill>
                <a:latin typeface="Times New Roman" panose="02020603050405020304"/>
                <a:cs typeface="Times New Roman" panose="02020603050405020304"/>
              </a:rPr>
              <a:t>227R1A1299-K.Rajesh</a:t>
            </a:r>
            <a:endParaRPr dirty="0"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8" name=""/>
        <p:cNvGrpSpPr/>
        <p:nvPr/>
      </p:nvGrpSpPr>
      <p:grpSpPr>
        <a:xfrm>
          <a:off x="0" y="0"/>
          <a:ext cx="0" cy="0"/>
          <a:chOff x="0" y="0"/>
          <a:chExt cx="0" cy="0"/>
        </a:xfrm>
      </p:grpSpPr>
      <p:sp>
        <p:nvSpPr>
          <p:cNvPr id="1048591" name="object 2"/>
          <p:cNvSpPr txBox="1">
            <a:spLocks noGrp="1"/>
          </p:cNvSpPr>
          <p:nvPr>
            <p:ph type="title"/>
          </p:nvPr>
        </p:nvSpPr>
        <p:spPr>
          <a:xfrm>
            <a:off x="3184566" y="1232318"/>
            <a:ext cx="2378034" cy="520655"/>
          </a:xfrm>
          <a:prstGeom prst="rect"/>
        </p:spPr>
        <p:txBody>
          <a:bodyPr bIns="0" lIns="0" rIns="0" rtlCol="0" tIns="12700" vert="horz" wrap="square">
            <a:spAutoFit/>
          </a:bodyPr>
          <a:p>
            <a:pPr marL="12700">
              <a:lnSpc>
                <a:spcPct val="100000"/>
              </a:lnSpc>
              <a:spcBef>
                <a:spcPts val="100"/>
              </a:spcBef>
            </a:pPr>
            <a:r>
              <a:rPr dirty="0" sz="3200" spc="-200">
                <a:solidFill>
                  <a:schemeClr val="tx1"/>
                </a:solidFill>
                <a:latin typeface="Times New Roman" panose="02020603050405020304"/>
                <a:cs typeface="Times New Roman" panose="02020603050405020304"/>
              </a:rPr>
              <a:t>CONTENTS</a:t>
            </a:r>
            <a:endParaRPr dirty="0" sz="3200">
              <a:solidFill>
                <a:schemeClr val="tx1"/>
              </a:solidFill>
              <a:latin typeface="Times New Roman" panose="02020603050405020304"/>
              <a:cs typeface="Times New Roman" panose="02020603050405020304"/>
            </a:endParaRPr>
          </a:p>
        </p:txBody>
      </p:sp>
      <p:sp>
        <p:nvSpPr>
          <p:cNvPr id="1048592" name="object 3"/>
          <p:cNvSpPr txBox="1"/>
          <p:nvPr/>
        </p:nvSpPr>
        <p:spPr>
          <a:xfrm>
            <a:off x="1165327" y="2209800"/>
            <a:ext cx="6416511" cy="3718560"/>
          </a:xfrm>
          <a:prstGeom prst="rect"/>
        </p:spPr>
        <p:txBody>
          <a:bodyPr bIns="0" lIns="0" rIns="0" rtlCol="0" tIns="117475" vert="horz" wrap="square">
            <a:spAutoFit/>
          </a:bodyPr>
          <a:p>
            <a:pPr indent="-342900" marL="355600">
              <a:lnSpc>
                <a:spcPct val="100000"/>
              </a:lnSpc>
              <a:spcBef>
                <a:spcPts val="925"/>
              </a:spcBef>
              <a:buClr>
                <a:srgbClr val="5ECAEF"/>
              </a:buClr>
              <a:buSzPct val="79000"/>
              <a:buFont typeface="Wingdings" panose="05000000000000000000" pitchFamily="2" charset="2"/>
              <a:buChar char="q"/>
              <a:tabLst>
                <a:tab algn="l" pos="295275"/>
              </a:tabLst>
            </a:pPr>
            <a:r>
              <a:rPr dirty="0" spc="-10">
                <a:solidFill>
                  <a:schemeClr val="tx1"/>
                </a:solidFill>
                <a:latin typeface="Times New Roman" panose="02020603050405020304" pitchFamily="18" charset="0"/>
                <a:cs typeface="Times New Roman" panose="02020603050405020304" pitchFamily="18" charset="0"/>
              </a:rPr>
              <a:t>Abstract</a:t>
            </a:r>
            <a:endParaRPr dirty="0">
              <a:solidFill>
                <a:schemeClr val="tx1"/>
              </a:solidFill>
              <a:latin typeface="Times New Roman" panose="02020603050405020304" pitchFamily="18" charset="0"/>
              <a:cs typeface="Times New Roman" panose="02020603050405020304" pitchFamily="18" charset="0"/>
            </a:endParaRPr>
          </a:p>
          <a:p>
            <a:pPr indent="-282575" marL="295275">
              <a:lnSpc>
                <a:spcPct val="100000"/>
              </a:lnSpc>
              <a:spcBef>
                <a:spcPts val="830"/>
              </a:spcBef>
              <a:buClr>
                <a:srgbClr val="5ECAEF"/>
              </a:buClr>
              <a:buSzPct val="79000"/>
              <a:buFont typeface="Wingdings" panose="05000000000000000000"/>
              <a:buChar char=""/>
              <a:tabLst>
                <a:tab algn="l" pos="295275"/>
              </a:tabLst>
            </a:pPr>
            <a:r>
              <a:rPr dirty="0" spc="-10">
                <a:solidFill>
                  <a:schemeClr val="tx1"/>
                </a:solidFill>
                <a:latin typeface="Times New Roman" panose="02020603050405020304" pitchFamily="18" charset="0"/>
                <a:cs typeface="Times New Roman" panose="02020603050405020304" pitchFamily="18" charset="0"/>
              </a:rPr>
              <a:t>Introduction</a:t>
            </a:r>
            <a:endParaRPr dirty="0">
              <a:solidFill>
                <a:schemeClr val="tx1"/>
              </a:solidFill>
              <a:latin typeface="Times New Roman" panose="02020603050405020304" pitchFamily="18" charset="0"/>
              <a:cs typeface="Times New Roman" panose="02020603050405020304" pitchFamily="18" charset="0"/>
            </a:endParaRPr>
          </a:p>
          <a:p>
            <a:pPr indent="-282575" marL="295275">
              <a:lnSpc>
                <a:spcPct val="100000"/>
              </a:lnSpc>
              <a:spcBef>
                <a:spcPts val="820"/>
              </a:spcBef>
              <a:buClr>
                <a:srgbClr val="5ECAEF"/>
              </a:buClr>
              <a:buSzPct val="79000"/>
              <a:buFont typeface="Wingdings" panose="05000000000000000000"/>
              <a:buChar char=""/>
              <a:tabLst>
                <a:tab algn="l" pos="295275"/>
              </a:tabLst>
            </a:pPr>
            <a:r>
              <a:rPr dirty="0">
                <a:solidFill>
                  <a:schemeClr val="tx1"/>
                </a:solidFill>
                <a:latin typeface="Times New Roman" panose="02020603050405020304" pitchFamily="18" charset="0"/>
                <a:cs typeface="Times New Roman" panose="02020603050405020304" pitchFamily="18" charset="0"/>
              </a:rPr>
              <a:t>Existing</a:t>
            </a:r>
            <a:r>
              <a:rPr dirty="0" spc="-85">
                <a:solidFill>
                  <a:schemeClr val="tx1"/>
                </a:solidFill>
                <a:latin typeface="Times New Roman" panose="02020603050405020304" pitchFamily="18" charset="0"/>
                <a:cs typeface="Times New Roman" panose="02020603050405020304" pitchFamily="18" charset="0"/>
              </a:rPr>
              <a:t> </a:t>
            </a:r>
            <a:r>
              <a:rPr dirty="0" spc="-10">
                <a:solidFill>
                  <a:schemeClr val="tx1"/>
                </a:solidFill>
                <a:latin typeface="Times New Roman" panose="02020603050405020304" pitchFamily="18" charset="0"/>
                <a:cs typeface="Times New Roman" panose="02020603050405020304" pitchFamily="18" charset="0"/>
              </a:rPr>
              <a:t>System</a:t>
            </a:r>
            <a:endParaRPr dirty="0">
              <a:solidFill>
                <a:schemeClr val="tx1"/>
              </a:solidFill>
              <a:latin typeface="Times New Roman" panose="02020603050405020304" pitchFamily="18" charset="0"/>
              <a:cs typeface="Times New Roman" panose="02020603050405020304" pitchFamily="18" charset="0"/>
            </a:endParaRPr>
          </a:p>
          <a:p>
            <a:pPr indent="-282575" marL="295275">
              <a:lnSpc>
                <a:spcPct val="100000"/>
              </a:lnSpc>
              <a:spcBef>
                <a:spcPts val="815"/>
              </a:spcBef>
              <a:buClr>
                <a:srgbClr val="5ECAEF"/>
              </a:buClr>
              <a:buSzPct val="79000"/>
              <a:buFont typeface="Wingdings" panose="05000000000000000000"/>
              <a:buChar char=""/>
              <a:tabLst>
                <a:tab algn="l" pos="295275"/>
              </a:tabLst>
            </a:pPr>
            <a:r>
              <a:rPr dirty="0" spc="-10">
                <a:solidFill>
                  <a:schemeClr val="tx1"/>
                </a:solidFill>
                <a:latin typeface="Times New Roman" panose="02020603050405020304" pitchFamily="18" charset="0"/>
                <a:cs typeface="Times New Roman" panose="02020603050405020304" pitchFamily="18" charset="0"/>
              </a:rPr>
              <a:t>Proposed</a:t>
            </a:r>
            <a:r>
              <a:rPr dirty="0" spc="-105">
                <a:solidFill>
                  <a:schemeClr val="tx1"/>
                </a:solidFill>
                <a:latin typeface="Times New Roman" panose="02020603050405020304" pitchFamily="18" charset="0"/>
                <a:cs typeface="Times New Roman" panose="02020603050405020304" pitchFamily="18" charset="0"/>
              </a:rPr>
              <a:t> </a:t>
            </a:r>
            <a:r>
              <a:rPr dirty="0" spc="-10">
                <a:solidFill>
                  <a:schemeClr val="tx1"/>
                </a:solidFill>
                <a:latin typeface="Times New Roman" panose="02020603050405020304" pitchFamily="18" charset="0"/>
                <a:cs typeface="Times New Roman" panose="02020603050405020304" pitchFamily="18" charset="0"/>
              </a:rPr>
              <a:t>System</a:t>
            </a:r>
            <a:endParaRPr dirty="0" lang="en-US" spc="-10">
              <a:solidFill>
                <a:schemeClr val="tx1"/>
              </a:solidFill>
              <a:latin typeface="Times New Roman" panose="02020603050405020304" pitchFamily="18" charset="0"/>
              <a:cs typeface="Times New Roman" panose="02020603050405020304" pitchFamily="18" charset="0"/>
            </a:endParaRPr>
          </a:p>
          <a:p>
            <a:pPr indent="-282575" marL="295275">
              <a:spcBef>
                <a:spcPts val="815"/>
              </a:spcBef>
              <a:buClr>
                <a:srgbClr val="5ECAEF"/>
              </a:buClr>
              <a:buSzPct val="79000"/>
              <a:buFont typeface="Wingdings" panose="05000000000000000000"/>
              <a:buChar char=""/>
              <a:tabLst>
                <a:tab algn="l" pos="295275"/>
              </a:tabLst>
            </a:pPr>
            <a:r>
              <a:rPr dirty="0" lang="en-IN">
                <a:solidFill>
                  <a:schemeClr val="tx1"/>
                </a:solidFill>
                <a:latin typeface="Times New Roman" panose="02020603050405020304" pitchFamily="18" charset="0"/>
                <a:cs typeface="Times New Roman" panose="02020603050405020304" pitchFamily="18" charset="0"/>
              </a:rPr>
              <a:t>Software</a:t>
            </a:r>
            <a:r>
              <a:rPr dirty="0" lang="en-IN" spc="-60">
                <a:solidFill>
                  <a:schemeClr val="tx1"/>
                </a:solidFill>
                <a:latin typeface="Times New Roman" panose="02020603050405020304" pitchFamily="18" charset="0"/>
                <a:cs typeface="Times New Roman" panose="02020603050405020304" pitchFamily="18" charset="0"/>
              </a:rPr>
              <a:t> </a:t>
            </a:r>
            <a:r>
              <a:rPr dirty="0" lang="en-IN">
                <a:solidFill>
                  <a:schemeClr val="tx1"/>
                </a:solidFill>
                <a:latin typeface="Times New Roman" panose="02020603050405020304" pitchFamily="18" charset="0"/>
                <a:cs typeface="Times New Roman" panose="02020603050405020304" pitchFamily="18" charset="0"/>
              </a:rPr>
              <a:t>and</a:t>
            </a:r>
            <a:r>
              <a:rPr dirty="0" lang="en-IN" spc="-80">
                <a:solidFill>
                  <a:schemeClr val="tx1"/>
                </a:solidFill>
                <a:latin typeface="Times New Roman" panose="02020603050405020304" pitchFamily="18" charset="0"/>
                <a:cs typeface="Times New Roman" panose="02020603050405020304" pitchFamily="18" charset="0"/>
              </a:rPr>
              <a:t> </a:t>
            </a:r>
            <a:r>
              <a:rPr dirty="0" lang="en-IN">
                <a:solidFill>
                  <a:schemeClr val="tx1"/>
                </a:solidFill>
                <a:latin typeface="Times New Roman" panose="02020603050405020304" pitchFamily="18" charset="0"/>
                <a:cs typeface="Times New Roman" panose="02020603050405020304" pitchFamily="18" charset="0"/>
              </a:rPr>
              <a:t>Hardware</a:t>
            </a:r>
            <a:r>
              <a:rPr dirty="0" lang="en-IN" spc="-75">
                <a:solidFill>
                  <a:schemeClr val="tx1"/>
                </a:solidFill>
                <a:latin typeface="Times New Roman" panose="02020603050405020304" pitchFamily="18" charset="0"/>
                <a:cs typeface="Times New Roman" panose="02020603050405020304" pitchFamily="18" charset="0"/>
              </a:rPr>
              <a:t> </a:t>
            </a:r>
            <a:r>
              <a:rPr dirty="0" lang="en-IN" spc="-10">
                <a:solidFill>
                  <a:schemeClr val="tx1"/>
                </a:solidFill>
                <a:latin typeface="Times New Roman" panose="02020603050405020304" pitchFamily="18" charset="0"/>
                <a:cs typeface="Times New Roman" panose="02020603050405020304" pitchFamily="18" charset="0"/>
              </a:rPr>
              <a:t>Requirements</a:t>
            </a:r>
          </a:p>
          <a:p>
            <a:pPr indent="-282575" marL="295275">
              <a:spcBef>
                <a:spcPts val="815"/>
              </a:spcBef>
              <a:buClr>
                <a:srgbClr val="5ECAEF"/>
              </a:buClr>
              <a:buSzPct val="79000"/>
              <a:buFont typeface="Wingdings" panose="05000000000000000000"/>
              <a:buChar char=""/>
              <a:tabLst>
                <a:tab algn="l" pos="295275"/>
              </a:tabLst>
            </a:pPr>
            <a:r>
              <a:rPr dirty="0" lang="en-IN" spc="-10">
                <a:solidFill>
                  <a:schemeClr val="tx1"/>
                </a:solidFill>
                <a:latin typeface="Times New Roman" panose="02020603050405020304" pitchFamily="18" charset="0"/>
                <a:cs typeface="Times New Roman" panose="02020603050405020304" pitchFamily="18" charset="0"/>
              </a:rPr>
              <a:t>System Architecture</a:t>
            </a:r>
          </a:p>
          <a:p>
            <a:pPr indent="-282575" marL="295275">
              <a:spcBef>
                <a:spcPts val="815"/>
              </a:spcBef>
              <a:buClr>
                <a:srgbClr val="5ECAEF"/>
              </a:buClr>
              <a:buSzPct val="79000"/>
              <a:buFont typeface="Wingdings" panose="05000000000000000000"/>
              <a:buChar char=""/>
              <a:tabLst>
                <a:tab algn="l" pos="295275"/>
              </a:tabLst>
            </a:pPr>
            <a:r>
              <a:rPr dirty="0" lang="en-IN" spc="-10">
                <a:solidFill>
                  <a:schemeClr val="tx1"/>
                </a:solidFill>
                <a:latin typeface="Times New Roman" panose="02020603050405020304" pitchFamily="18" charset="0"/>
                <a:cs typeface="Times New Roman" panose="02020603050405020304" pitchFamily="18" charset="0"/>
              </a:rPr>
              <a:t>Modules</a:t>
            </a:r>
          </a:p>
          <a:p>
            <a:pPr indent="-282575" marL="295275">
              <a:spcBef>
                <a:spcPts val="815"/>
              </a:spcBef>
              <a:buClr>
                <a:srgbClr val="5ECAEF"/>
              </a:buClr>
              <a:buSzPct val="79000"/>
              <a:buFont typeface="Wingdings" panose="05000000000000000000"/>
              <a:buChar char=""/>
              <a:tabLst>
                <a:tab algn="l" pos="295275"/>
              </a:tabLst>
            </a:pPr>
            <a:r>
              <a:rPr dirty="0" lang="en-IN" spc="-10">
                <a:solidFill>
                  <a:schemeClr val="tx1"/>
                </a:solidFill>
                <a:latin typeface="Times New Roman" panose="02020603050405020304" pitchFamily="18" charset="0"/>
                <a:cs typeface="Times New Roman" panose="02020603050405020304" pitchFamily="18" charset="0"/>
              </a:rPr>
              <a:t>Algorithms</a:t>
            </a:r>
          </a:p>
          <a:p>
            <a:pPr indent="-282575" marL="295275">
              <a:spcBef>
                <a:spcPts val="815"/>
              </a:spcBef>
              <a:buClr>
                <a:srgbClr val="5ECAEF"/>
              </a:buClr>
              <a:buSzPct val="79000"/>
              <a:buFont typeface="Wingdings" panose="05000000000000000000"/>
              <a:buChar char=""/>
              <a:tabLst>
                <a:tab algn="l" pos="295275"/>
              </a:tabLst>
            </a:pPr>
            <a:r>
              <a:rPr dirty="0" lang="en-IN" spc="-10">
                <a:solidFill>
                  <a:schemeClr val="tx1"/>
                </a:solidFill>
                <a:latin typeface="Times New Roman" panose="02020603050405020304" pitchFamily="18" charset="0"/>
                <a:cs typeface="Times New Roman" panose="02020603050405020304" pitchFamily="18" charset="0"/>
              </a:rPr>
              <a:t>UML Diagrams</a:t>
            </a:r>
          </a:p>
          <a:p>
            <a:pPr indent="-282575" marL="295275">
              <a:spcBef>
                <a:spcPts val="815"/>
              </a:spcBef>
              <a:buClr>
                <a:srgbClr val="5ECAEF"/>
              </a:buClr>
              <a:buSzPct val="79000"/>
              <a:buFont typeface="Wingdings" panose="05000000000000000000"/>
              <a:buChar char=""/>
              <a:tabLst>
                <a:tab algn="l" pos="295275"/>
              </a:tabLst>
            </a:pPr>
            <a:r>
              <a:rPr dirty="0" lang="en-IN" spc="-10">
                <a:solidFill>
                  <a:schemeClr val="tx1"/>
                </a:solidFill>
                <a:latin typeface="Times New Roman" panose="02020603050405020304" pitchFamily="18" charset="0"/>
                <a:cs typeface="Times New Roman" panose="02020603050405020304" pitchFamily="18" charset="0"/>
              </a:rPr>
              <a:t>Conclusion</a:t>
            </a:r>
            <a:endParaRPr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3" name="object 2"/>
          <p:cNvSpPr txBox="1">
            <a:spLocks noGrp="1"/>
          </p:cNvSpPr>
          <p:nvPr>
            <p:ph type="title"/>
          </p:nvPr>
        </p:nvSpPr>
        <p:spPr>
          <a:xfrm>
            <a:off x="579974" y="990600"/>
            <a:ext cx="7096722" cy="736191"/>
          </a:xfrm>
          <a:prstGeom prst="rect"/>
        </p:spPr>
        <p:txBody>
          <a:bodyPr bIns="0" lIns="0" rIns="0" rtlCol="0" tIns="241391" vert="horz" wrap="square">
            <a:spAutoFit/>
          </a:bodyPr>
          <a:p>
            <a:pPr marL="2865120">
              <a:lnSpc>
                <a:spcPct val="100000"/>
              </a:lnSpc>
              <a:spcBef>
                <a:spcPts val="125"/>
              </a:spcBef>
            </a:pPr>
            <a:r>
              <a:rPr dirty="0" sz="3200" spc="-30">
                <a:solidFill>
                  <a:schemeClr val="tx1"/>
                </a:solidFill>
                <a:latin typeface="Times New Roman" panose="02020603050405020304"/>
                <a:cs typeface="Times New Roman" panose="02020603050405020304"/>
              </a:rPr>
              <a:t>ABSTRACT</a:t>
            </a:r>
          </a:p>
        </p:txBody>
      </p:sp>
      <p:sp>
        <p:nvSpPr>
          <p:cNvPr id="1048594" name="object 3"/>
          <p:cNvSpPr txBox="1"/>
          <p:nvPr/>
        </p:nvSpPr>
        <p:spPr>
          <a:xfrm>
            <a:off x="636470" y="2438400"/>
            <a:ext cx="6983730" cy="2812415"/>
          </a:xfrm>
          <a:prstGeom prst="rect"/>
        </p:spPr>
        <p:txBody>
          <a:bodyPr bIns="0" lIns="0" rIns="0" rtlCol="0" tIns="12065" vert="horz" wrap="square">
            <a:spAutoFit/>
          </a:bodyPr>
          <a:p>
            <a:pPr algn="just" marL="12065" marR="5080">
              <a:lnSpc>
                <a:spcPct val="150000"/>
              </a:lnSpc>
              <a:spcBef>
                <a:spcPts val="95"/>
              </a:spcBef>
              <a:buClr>
                <a:srgbClr val="5ECAEF"/>
              </a:buClr>
              <a:tabLst>
                <a:tab algn="l" pos="295910"/>
              </a:tabLst>
            </a:pPr>
            <a:r>
              <a:rPr dirty="0" sz="1800" lang="en-US">
                <a:effectLst/>
                <a:latin typeface="Times New Roman" panose="02020603050405020304" pitchFamily="18" charset="0"/>
                <a:ea typeface="Calibri" panose="020F0502020204030204" pitchFamily="34" charset="0"/>
              </a:rPr>
              <a:t>A variety of diseases attack rice, one of India's most widely planted crops, at various phases in the growing process. It is exceedingly difficult for farmers with poor understanding to identify these diseases manually. Our deep learning model was created using Transfer Learning on a dataset.VGG-16 is utilized to train and assess the proposed CNN architecture, which is based on rice field and internet datasets.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5" name="object 2"/>
          <p:cNvSpPr txBox="1">
            <a:spLocks noGrp="1"/>
          </p:cNvSpPr>
          <p:nvPr>
            <p:ph type="title"/>
          </p:nvPr>
        </p:nvSpPr>
        <p:spPr>
          <a:xfrm>
            <a:off x="304800" y="893720"/>
            <a:ext cx="7096722" cy="779424"/>
          </a:xfrm>
          <a:prstGeom prst="rect"/>
        </p:spPr>
        <p:txBody>
          <a:bodyPr bIns="0" lIns="0" rIns="0" rtlCol="0" tIns="284206" vert="horz" wrap="square">
            <a:spAutoFit/>
          </a:bodyPr>
          <a:p>
            <a:pPr marL="2397760">
              <a:lnSpc>
                <a:spcPct val="100000"/>
              </a:lnSpc>
              <a:spcBef>
                <a:spcPts val="125"/>
              </a:spcBef>
            </a:pPr>
            <a:r>
              <a:rPr dirty="0" sz="3200" spc="-210">
                <a:solidFill>
                  <a:schemeClr val="tx1"/>
                </a:solidFill>
                <a:latin typeface="Times New Roman" panose="02020603050405020304"/>
                <a:cs typeface="Times New Roman" panose="02020603050405020304"/>
              </a:rPr>
              <a:t>INTRODUCTION</a:t>
            </a:r>
          </a:p>
        </p:txBody>
      </p:sp>
      <p:sp>
        <p:nvSpPr>
          <p:cNvPr id="1048596" name="object 3"/>
          <p:cNvSpPr txBox="1"/>
          <p:nvPr/>
        </p:nvSpPr>
        <p:spPr>
          <a:xfrm>
            <a:off x="377698" y="2057400"/>
            <a:ext cx="7303574" cy="5236846"/>
          </a:xfrm>
          <a:prstGeom prst="rect"/>
        </p:spPr>
        <p:txBody>
          <a:bodyPr bIns="0" lIns="0" rIns="0" rtlCol="0" tIns="12065" vert="horz" wrap="square">
            <a:spAutoFit/>
          </a:bodyPr>
          <a:p>
            <a:pPr algn="just" marL="12065" marR="5080">
              <a:lnSpc>
                <a:spcPct val="150000"/>
              </a:lnSpc>
              <a:spcBef>
                <a:spcPts val="95"/>
              </a:spcBef>
              <a:buClr>
                <a:srgbClr val="5ECAEF"/>
              </a:buClr>
              <a:tabLst>
                <a:tab algn="l" pos="295910"/>
              </a:tabLst>
            </a:pPr>
            <a:r>
              <a:rPr dirty="0" lang="en-US">
                <a:effectLst/>
                <a:latin typeface="Times New Roman" panose="02020603050405020304" pitchFamily="18" charset="0"/>
                <a:ea typeface="SimSun" panose="02010600030101010101" pitchFamily="2" charset="-122"/>
                <a:cs typeface="Times New Roman" panose="02020603050405020304" pitchFamily="18" charset="0"/>
              </a:rPr>
              <a:t>In India and around the world, rice is the primary source of nutrition.</a:t>
            </a:r>
            <a:r>
              <a:rPr dirty="0" lang="en-US">
                <a:latin typeface="Times New Roman" panose="02020603050405020304" pitchFamily="18" charset="0"/>
                <a:cs typeface="Times New Roman" panose="02020603050405020304" pitchFamily="18" charset="0"/>
              </a:rPr>
              <a:t>However, various diseases such as bacterial leaf blight, rice blast, and brown spot significantly affect paddy yields, leading to severe economic losses for farmers.With advancements in artificial intelligence (AI) and deep learning, Convolutional Neural Networks (CNNs) have emerged as a powerful tool for image-based disease classification. Transfer Learning is a powerful technique, allowing to leverage pre-trained models on large datasets and adapt them to new datasets to classify rice leaf diseases accurately. CNNs can automatically learn spatial features from images, making them well-suited for detecting and classifying paddy diseases based on leaf symptoms.</a:t>
            </a:r>
          </a:p>
          <a:p>
            <a:pPr algn="just" marL="12065" marR="5080">
              <a:lnSpc>
                <a:spcPct val="150000"/>
              </a:lnSpc>
              <a:spcBef>
                <a:spcPts val="95"/>
              </a:spcBef>
              <a:buClr>
                <a:srgbClr val="5ECAEF"/>
              </a:buClr>
              <a:tabLst>
                <a:tab algn="l" pos="295910"/>
              </a:tabLst>
            </a:pPr>
            <a:endParaRPr dirty="0" lang="en-US">
              <a:latin typeface="Times New Roman" panose="02020603050405020304" pitchFamily="18" charset="0"/>
              <a:cs typeface="Times New Roman" panose="02020603050405020304" pitchFamily="18" charset="0"/>
            </a:endParaRPr>
          </a:p>
          <a:p>
            <a:pPr algn="just" indent="-283845" marL="295910" marR="5080">
              <a:lnSpc>
                <a:spcPct val="150000"/>
              </a:lnSpc>
              <a:spcBef>
                <a:spcPts val="95"/>
              </a:spcBef>
              <a:buClr>
                <a:srgbClr val="5ECAEF"/>
              </a:buClr>
              <a:buFont typeface="Wingdings" panose="05000000000000000000"/>
              <a:buChar char=""/>
              <a:tabLst>
                <a:tab algn="l" pos="295910"/>
              </a:tabLst>
            </a:pPr>
            <a:endParaRPr dirty="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7" name="object 2"/>
          <p:cNvSpPr txBox="1">
            <a:spLocks noGrp="1"/>
          </p:cNvSpPr>
          <p:nvPr>
            <p:ph type="title"/>
          </p:nvPr>
        </p:nvSpPr>
        <p:spPr>
          <a:xfrm>
            <a:off x="2438400" y="1143000"/>
            <a:ext cx="3804484" cy="508473"/>
          </a:xfrm>
          <a:prstGeom prst="rect"/>
        </p:spPr>
        <p:txBody>
          <a:bodyPr bIns="0" lIns="0" rIns="0" rtlCol="0" tIns="15875" vert="horz" wrap="square">
            <a:spAutoFit/>
          </a:bodyPr>
          <a:p>
            <a:pPr marL="12700">
              <a:lnSpc>
                <a:spcPct val="100000"/>
              </a:lnSpc>
              <a:spcBef>
                <a:spcPts val="125"/>
              </a:spcBef>
            </a:pPr>
            <a:r>
              <a:rPr dirty="0" sz="3200">
                <a:solidFill>
                  <a:schemeClr val="tx1"/>
                </a:solidFill>
                <a:latin typeface="Times New Roman" panose="02020603050405020304"/>
                <a:cs typeface="Times New Roman" panose="02020603050405020304"/>
              </a:rPr>
              <a:t>EXISTING</a:t>
            </a:r>
            <a:r>
              <a:rPr dirty="0" sz="3200" spc="40">
                <a:solidFill>
                  <a:schemeClr val="tx1"/>
                </a:solidFill>
                <a:latin typeface="Times New Roman" panose="02020603050405020304"/>
                <a:cs typeface="Times New Roman" panose="02020603050405020304"/>
              </a:rPr>
              <a:t> </a:t>
            </a:r>
            <a:r>
              <a:rPr dirty="0" sz="3200" spc="-10">
                <a:solidFill>
                  <a:schemeClr val="tx1"/>
                </a:solidFill>
                <a:latin typeface="Times New Roman" panose="02020603050405020304"/>
                <a:cs typeface="Times New Roman" panose="02020603050405020304"/>
              </a:rPr>
              <a:t>SYSTEM</a:t>
            </a:r>
          </a:p>
        </p:txBody>
      </p:sp>
      <p:sp>
        <p:nvSpPr>
          <p:cNvPr id="1048598" name="object 3"/>
          <p:cNvSpPr txBox="1"/>
          <p:nvPr/>
        </p:nvSpPr>
        <p:spPr>
          <a:xfrm>
            <a:off x="457200" y="2362200"/>
            <a:ext cx="7254240" cy="3660775"/>
          </a:xfrm>
          <a:prstGeom prst="rect"/>
        </p:spPr>
        <p:txBody>
          <a:bodyPr bIns="0" lIns="0" rIns="0" rtlCol="0" tIns="12065" vert="horz" wrap="square">
            <a:spAutoFit/>
          </a:bodyPr>
          <a:p>
            <a:pPr algn="just" indent="-283845" marL="295910" marR="5080">
              <a:lnSpc>
                <a:spcPct val="150000"/>
              </a:lnSpc>
              <a:spcBef>
                <a:spcPts val="95"/>
              </a:spcBef>
              <a:buClr>
                <a:srgbClr val="5ECAEF"/>
              </a:buClr>
              <a:buFont typeface="Wingdings" panose="05000000000000000000"/>
              <a:buChar char=""/>
              <a:tabLst>
                <a:tab algn="l" pos="295910"/>
              </a:tabLst>
            </a:pPr>
            <a:r>
              <a:rPr dirty="0" sz="1800" lang="en-US">
                <a:effectLst/>
                <a:latin typeface="Times New Roman" panose="02020603050405020304" pitchFamily="18" charset="0"/>
                <a:ea typeface="SimSun" panose="02010600030101010101" pitchFamily="2" charset="-122"/>
              </a:rPr>
              <a:t>In the past, the only way to identify a disease was to manually examine the leaf. </a:t>
            </a:r>
          </a:p>
          <a:p>
            <a:pPr algn="just" indent="-283845" marL="295910" marR="5080">
              <a:lnSpc>
                <a:spcPct val="150000"/>
              </a:lnSpc>
              <a:spcBef>
                <a:spcPts val="95"/>
              </a:spcBef>
              <a:buClr>
                <a:srgbClr val="5ECAEF"/>
              </a:buClr>
              <a:buFont typeface="Wingdings" panose="05000000000000000000"/>
              <a:buChar char=""/>
              <a:tabLst>
                <a:tab algn="l" pos="295910"/>
              </a:tabLst>
            </a:pPr>
            <a:r>
              <a:rPr dirty="0" sz="1800" lang="en-US">
                <a:effectLst/>
                <a:latin typeface="Times New Roman" panose="02020603050405020304" pitchFamily="18" charset="0"/>
                <a:ea typeface="SimSun" panose="02010600030101010101" pitchFamily="2" charset="-122"/>
              </a:rPr>
              <a:t>The illness was discovered using a combination of visual inspection of plant leaves and consulting a reference book. </a:t>
            </a:r>
          </a:p>
          <a:p>
            <a:pPr algn="just" indent="-283845" marL="295910" marR="5080">
              <a:lnSpc>
                <a:spcPct val="150000"/>
              </a:lnSpc>
              <a:spcBef>
                <a:spcPts val="95"/>
              </a:spcBef>
              <a:buClr>
                <a:srgbClr val="5ECAEF"/>
              </a:buClr>
              <a:buFont typeface="Wingdings" panose="05000000000000000000"/>
              <a:buChar char=""/>
              <a:tabLst>
                <a:tab algn="l" pos="295910"/>
              </a:tabLst>
            </a:pPr>
            <a:r>
              <a:rPr dirty="0" sz="1800" lang="en-US">
                <a:effectLst/>
                <a:latin typeface="Times New Roman" panose="02020603050405020304" pitchFamily="18" charset="0"/>
                <a:ea typeface="SimSun" panose="02010600030101010101" pitchFamily="2" charset="-122"/>
                <a:cs typeface="Times New Roman" panose="02020603050405020304" pitchFamily="18" charset="0"/>
              </a:rPr>
              <a:t>As science and technology progress, new methods for accurately diagnosing these diseases emerge. </a:t>
            </a:r>
          </a:p>
          <a:p>
            <a:pPr algn="just" indent="-283845" marL="295910" marR="5080">
              <a:lnSpc>
                <a:spcPct val="150000"/>
              </a:lnSpc>
              <a:spcBef>
                <a:spcPts val="95"/>
              </a:spcBef>
              <a:buClr>
                <a:srgbClr val="5ECAEF"/>
              </a:buClr>
              <a:buFont typeface="Wingdings" panose="05000000000000000000"/>
              <a:buChar char=""/>
              <a:tabLst>
                <a:tab algn="l" pos="295910"/>
              </a:tabLst>
            </a:pPr>
            <a:r>
              <a:rPr dirty="0" lang="en-US">
                <a:latin typeface="Times New Roman" panose="02020603050405020304" pitchFamily="18" charset="0"/>
                <a:cs typeface="Times New Roman" panose="02020603050405020304" pitchFamily="18" charset="0"/>
              </a:rPr>
              <a:t>Some existing systems incorporate with machine learning models</a:t>
            </a:r>
            <a:r>
              <a:rPr dirty="0" lang="en-US">
                <a:effectLst/>
                <a:latin typeface="Times New Roman" panose="02020603050405020304" pitchFamily="18" charset="0"/>
                <a:ea typeface="SimSun" panose="02010600030101010101" pitchFamily="2" charset="-122"/>
                <a:cs typeface="Times New Roman" panose="02020603050405020304" pitchFamily="18" charset="0"/>
              </a:rPr>
              <a:t>  like </a:t>
            </a:r>
            <a:r>
              <a:rPr dirty="0" lang="en-US" err="1">
                <a:effectLst/>
                <a:latin typeface="Times New Roman" panose="02020603050405020304" pitchFamily="18" charset="0"/>
                <a:ea typeface="SimSun" panose="02010600030101010101" pitchFamily="2" charset="-122"/>
                <a:cs typeface="Times New Roman" panose="02020603050405020304" pitchFamily="18" charset="0"/>
              </a:rPr>
              <a:t>ANN,</a:t>
            </a:r>
            <a:r>
              <a:rPr dirty="0" lang="en-US" err="1">
                <a:latin typeface="Times New Roman" panose="02020603050405020304" pitchFamily="18" charset="0"/>
                <a:cs typeface="Times New Roman" panose="02020603050405020304" pitchFamily="18" charset="0"/>
              </a:rPr>
              <a:t>Support</a:t>
            </a:r>
            <a:r>
              <a:rPr dirty="0" lang="en-US">
                <a:latin typeface="Times New Roman" panose="02020603050405020304" pitchFamily="18" charset="0"/>
                <a:cs typeface="Times New Roman" panose="02020603050405020304" pitchFamily="18" charset="0"/>
              </a:rPr>
              <a:t> Vector Machines (SVM).</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algn="just" marL="12065" marR="5080">
              <a:lnSpc>
                <a:spcPct val="150000"/>
              </a:lnSpc>
              <a:spcBef>
                <a:spcPts val="95"/>
              </a:spcBef>
              <a:buClr>
                <a:srgbClr val="5ECAEF"/>
              </a:buClr>
              <a:tabLst>
                <a:tab algn="l" pos="295910"/>
              </a:tabLst>
            </a:pPr>
            <a:endParaRPr dirty="0" lang="en-US">
              <a:latin typeface="Times New Roman" panose="02020603050405020304" pitchFamily="18" charset="0"/>
              <a:ea typeface="SimSun" panose="02010600030101010101"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9" name="object 2"/>
          <p:cNvSpPr txBox="1">
            <a:spLocks noGrp="1"/>
          </p:cNvSpPr>
          <p:nvPr>
            <p:ph type="title"/>
          </p:nvPr>
        </p:nvSpPr>
        <p:spPr>
          <a:xfrm>
            <a:off x="244889" y="1219200"/>
            <a:ext cx="7533658" cy="657838"/>
          </a:xfrm>
          <a:prstGeom prst="rect"/>
        </p:spPr>
        <p:txBody>
          <a:bodyPr bIns="0" lIns="0" rIns="0" rtlCol="0" tIns="201896" vert="horz" wrap="square">
            <a:spAutoFit/>
          </a:bodyPr>
          <a:p>
            <a:pPr marL="15240">
              <a:lnSpc>
                <a:spcPct val="100000"/>
              </a:lnSpc>
              <a:spcBef>
                <a:spcPts val="90"/>
              </a:spcBef>
            </a:pPr>
            <a:r>
              <a:rPr dirty="0" spc="-55">
                <a:solidFill>
                  <a:srgbClr val="000000"/>
                </a:solidFill>
              </a:rPr>
              <a:t>DISADVANTAGES</a:t>
            </a:r>
            <a:r>
              <a:rPr dirty="0" spc="-114">
                <a:solidFill>
                  <a:srgbClr val="000000"/>
                </a:solidFill>
              </a:rPr>
              <a:t> </a:t>
            </a:r>
            <a:r>
              <a:rPr dirty="0">
                <a:solidFill>
                  <a:srgbClr val="000000"/>
                </a:solidFill>
              </a:rPr>
              <a:t>OF</a:t>
            </a:r>
            <a:r>
              <a:rPr dirty="0" spc="-165">
                <a:solidFill>
                  <a:srgbClr val="000000"/>
                </a:solidFill>
              </a:rPr>
              <a:t> </a:t>
            </a:r>
            <a:r>
              <a:rPr dirty="0">
                <a:solidFill>
                  <a:srgbClr val="000000"/>
                </a:solidFill>
              </a:rPr>
              <a:t>EXISTING</a:t>
            </a:r>
            <a:r>
              <a:rPr dirty="0" spc="-114">
                <a:solidFill>
                  <a:srgbClr val="000000"/>
                </a:solidFill>
              </a:rPr>
              <a:t> </a:t>
            </a:r>
            <a:r>
              <a:rPr dirty="0">
                <a:solidFill>
                  <a:srgbClr val="000000"/>
                </a:solidFill>
              </a:rPr>
              <a:t>SYSTEM</a:t>
            </a:r>
            <a:r>
              <a:rPr dirty="0" spc="-75">
                <a:solidFill>
                  <a:srgbClr val="000000"/>
                </a:solidFill>
              </a:rPr>
              <a:t> </a:t>
            </a:r>
            <a:r>
              <a:rPr dirty="0" spc="-50">
                <a:solidFill>
                  <a:srgbClr val="000000"/>
                </a:solidFill>
              </a:rPr>
              <a:t>:</a:t>
            </a:r>
            <a:endParaRPr dirty="0"/>
          </a:p>
        </p:txBody>
      </p:sp>
      <p:sp>
        <p:nvSpPr>
          <p:cNvPr id="1048600" name="object 3"/>
          <p:cNvSpPr txBox="1"/>
          <p:nvPr/>
        </p:nvSpPr>
        <p:spPr>
          <a:xfrm>
            <a:off x="457200" y="2514600"/>
            <a:ext cx="6743065" cy="3096894"/>
          </a:xfrm>
          <a:prstGeom prst="rect"/>
        </p:spPr>
        <p:txBody>
          <a:bodyPr bIns="0" lIns="0" rIns="0" rtlCol="0" tIns="12700" vert="horz" wrap="square">
            <a:spAutoFit/>
          </a:bodyPr>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sz="2000" lang="en-US">
                <a:latin typeface="Times New Roman" panose="02020603050405020304" pitchFamily="18" charset="0"/>
                <a:ea typeface="SimSun" panose="02010600030101010101" pitchFamily="2" charset="-122"/>
              </a:rPr>
              <a:t>It is impossible </a:t>
            </a:r>
            <a:r>
              <a:rPr dirty="0" sz="2000" lang="en-US">
                <a:effectLst/>
                <a:latin typeface="Times New Roman" panose="02020603050405020304" pitchFamily="18" charset="0"/>
                <a:ea typeface="SimSun" panose="02010600030101010101" pitchFamily="2" charset="-122"/>
              </a:rPr>
              <a:t>to analyse every leaf manually.</a:t>
            </a: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sz="2000" lang="en-US">
                <a:latin typeface="Times New Roman" panose="02020603050405020304" pitchFamily="18" charset="0"/>
                <a:ea typeface="SimSun" panose="02010600030101010101" pitchFamily="2" charset="-122"/>
              </a:rPr>
              <a:t>The Farmers may require expertise knowledge about Diseases.</a:t>
            </a:r>
            <a:endParaRPr dirty="0" sz="2000" lang="en-US">
              <a:effectLst/>
              <a:latin typeface="Times New Roman" panose="02020603050405020304" pitchFamily="18" charset="0"/>
              <a:ea typeface="SimSun" panose="02010600030101010101" pitchFamily="2" charset="-122"/>
            </a:endParaRP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sz="2000" lang="en-US">
                <a:latin typeface="Times New Roman" panose="02020603050405020304" pitchFamily="18" charset="0"/>
                <a:ea typeface="SimSun" panose="02010600030101010101" pitchFamily="2" charset="-122"/>
              </a:rPr>
              <a:t>Low Accuracy.</a:t>
            </a:r>
            <a:endParaRPr dirty="0" sz="2000" lang="en-US">
              <a:effectLst/>
              <a:latin typeface="Times New Roman" panose="02020603050405020304" pitchFamily="18" charset="0"/>
              <a:ea typeface="SimSun" panose="02010600030101010101" pitchFamily="2" charset="-122"/>
            </a:endParaRP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sz="2000" lang="en-US">
                <a:latin typeface="Times New Roman" panose="02020603050405020304" pitchFamily="18" charset="0"/>
                <a:ea typeface="SimSun" panose="02010600030101010101" pitchFamily="2" charset="-122"/>
              </a:rPr>
              <a:t>A</a:t>
            </a:r>
            <a:r>
              <a:rPr dirty="0" sz="2000" lang="en-US">
                <a:effectLst/>
                <a:latin typeface="Times New Roman" panose="02020603050405020304" pitchFamily="18" charset="0"/>
                <a:ea typeface="SimSun" panose="02010600030101010101" pitchFamily="2" charset="-122"/>
              </a:rPr>
              <a:t> lengthy time investment. </a:t>
            </a:r>
            <a:endParaRPr dirty="0" sz="2400" lang="en-US">
              <a:latin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601" name="object 2"/>
          <p:cNvSpPr txBox="1">
            <a:spLocks noGrp="1"/>
          </p:cNvSpPr>
          <p:nvPr>
            <p:ph type="title"/>
          </p:nvPr>
        </p:nvSpPr>
        <p:spPr>
          <a:xfrm>
            <a:off x="0" y="1371600"/>
            <a:ext cx="6715722" cy="688485"/>
          </a:xfrm>
          <a:prstGeom prst="rect"/>
        </p:spPr>
        <p:txBody>
          <a:bodyPr bIns="0" lIns="0" rIns="0" rtlCol="0" tIns="194147" vert="horz" wrap="square">
            <a:spAutoFit/>
          </a:bodyPr>
          <a:p>
            <a:pPr marL="2087880">
              <a:lnSpc>
                <a:spcPct val="100000"/>
              </a:lnSpc>
              <a:spcBef>
                <a:spcPts val="125"/>
              </a:spcBef>
            </a:pPr>
            <a:r>
              <a:rPr dirty="0" sz="3200">
                <a:solidFill>
                  <a:schemeClr val="tx1"/>
                </a:solidFill>
              </a:rPr>
              <a:t>PROPOSED</a:t>
            </a:r>
            <a:r>
              <a:rPr dirty="0" sz="3200" spc="15">
                <a:solidFill>
                  <a:schemeClr val="tx1"/>
                </a:solidFill>
              </a:rPr>
              <a:t> </a:t>
            </a:r>
            <a:r>
              <a:rPr dirty="0" sz="3200" spc="-10">
                <a:solidFill>
                  <a:schemeClr val="tx1"/>
                </a:solidFill>
              </a:rPr>
              <a:t>SYSTEM</a:t>
            </a:r>
          </a:p>
        </p:txBody>
      </p:sp>
      <p:sp>
        <p:nvSpPr>
          <p:cNvPr id="1048602" name="TextBox 4"/>
          <p:cNvSpPr txBox="1"/>
          <p:nvPr/>
        </p:nvSpPr>
        <p:spPr>
          <a:xfrm>
            <a:off x="685800" y="2618417"/>
            <a:ext cx="7543800" cy="2535566"/>
          </a:xfrm>
          <a:prstGeom prst="rect"/>
          <a:noFill/>
        </p:spPr>
        <p:txBody>
          <a:bodyPr rtlCol="0" wrap="square">
            <a:spAutoFit/>
          </a:bodyPr>
          <a:p>
            <a:pPr algn="just" marR="539750">
              <a:lnSpc>
                <a:spcPct val="150000"/>
              </a:lnSpc>
              <a:spcAft>
                <a:spcPts val="1000"/>
              </a:spcAft>
            </a:pPr>
            <a:r>
              <a:rPr dirty="0" sz="1800" lang="en-US">
                <a:effectLst/>
                <a:latin typeface="Times New Roman" panose="02020603050405020304" pitchFamily="18" charset="0"/>
                <a:ea typeface="SimSun" panose="02010600030101010101" pitchFamily="2" charset="-122"/>
                <a:cs typeface="Times New Roman" panose="02020603050405020304" pitchFamily="18" charset="0"/>
              </a:rPr>
              <a:t>A VGG16 transfer learning neural network is used in this project to train a dataset of rice diseases, and the trained model may be used to predict disease from new photos and improves prediction accuracy</a:t>
            </a:r>
            <a:r>
              <a:rPr dirty="0" lang="en-US">
                <a:latin typeface="Times New Roman" panose="02020603050405020304" pitchFamily="18" charset="0"/>
                <a:ea typeface="SimSun" panose="02010600030101010101" pitchFamily="2" charset="-122"/>
                <a:cs typeface="Times New Roman" panose="02020603050405020304" pitchFamily="18" charset="0"/>
              </a:rPr>
              <a:t>.</a:t>
            </a:r>
            <a:r>
              <a:rPr dirty="0" lang="en-US">
                <a:latin typeface="Times New Roman" panose="02020603050405020304" pitchFamily="18" charset="0"/>
                <a:cs typeface="Times New Roman" panose="02020603050405020304" pitchFamily="18" charset="0"/>
              </a:rPr>
              <a:t>This proposed CNN-based system significantly enhances paddy disease recognition, empowering farmers with advanced AI-driven solutions for  disease diagnosis and improved crop health management.</a:t>
            </a:r>
            <a:endParaRPr dirty="0" sz="1800" lang="en-IN">
              <a:effectLst/>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3" name="object 2"/>
          <p:cNvSpPr txBox="1">
            <a:spLocks noGrp="1"/>
          </p:cNvSpPr>
          <p:nvPr>
            <p:ph type="title"/>
          </p:nvPr>
        </p:nvSpPr>
        <p:spPr>
          <a:prstGeom prst="rect"/>
        </p:spPr>
        <p:txBody>
          <a:bodyPr bIns="0" lIns="0" rIns="0" rtlCol="0" tIns="419849" vert="horz" wrap="square">
            <a:spAutoFit/>
          </a:bodyPr>
          <a:p>
            <a:pPr marL="15240">
              <a:lnSpc>
                <a:spcPct val="100000"/>
              </a:lnSpc>
              <a:spcBef>
                <a:spcPts val="125"/>
              </a:spcBef>
            </a:pPr>
            <a:r>
              <a:rPr dirty="0" spc="-40">
                <a:solidFill>
                  <a:srgbClr val="000000"/>
                </a:solidFill>
              </a:rPr>
              <a:t>ADVANTAGES</a:t>
            </a:r>
            <a:r>
              <a:rPr dirty="0" spc="-45">
                <a:solidFill>
                  <a:srgbClr val="000000"/>
                </a:solidFill>
              </a:rPr>
              <a:t> </a:t>
            </a:r>
            <a:r>
              <a:rPr dirty="0">
                <a:solidFill>
                  <a:srgbClr val="000000"/>
                </a:solidFill>
              </a:rPr>
              <a:t>OF</a:t>
            </a:r>
            <a:r>
              <a:rPr dirty="0" spc="-114">
                <a:solidFill>
                  <a:srgbClr val="000000"/>
                </a:solidFill>
              </a:rPr>
              <a:t> </a:t>
            </a:r>
            <a:r>
              <a:rPr dirty="0">
                <a:solidFill>
                  <a:srgbClr val="000000"/>
                </a:solidFill>
              </a:rPr>
              <a:t>PROPOSED</a:t>
            </a:r>
            <a:r>
              <a:rPr dirty="0" spc="-25">
                <a:solidFill>
                  <a:srgbClr val="000000"/>
                </a:solidFill>
              </a:rPr>
              <a:t> </a:t>
            </a:r>
            <a:r>
              <a:rPr dirty="0" spc="-10">
                <a:solidFill>
                  <a:srgbClr val="000000"/>
                </a:solidFill>
              </a:rPr>
              <a:t>SYSTEM</a:t>
            </a:r>
            <a:r>
              <a:rPr b="0" dirty="0" spc="-10">
                <a:solidFill>
                  <a:srgbClr val="000000"/>
                </a:solidFill>
                <a:latin typeface="Times New Roman" panose="02020603050405020304"/>
                <a:cs typeface="Times New Roman" panose="02020603050405020304"/>
              </a:rPr>
              <a:t>:</a:t>
            </a:r>
          </a:p>
        </p:txBody>
      </p:sp>
      <p:sp>
        <p:nvSpPr>
          <p:cNvPr id="1048604" name="object 3"/>
          <p:cNvSpPr txBox="1"/>
          <p:nvPr/>
        </p:nvSpPr>
        <p:spPr>
          <a:xfrm>
            <a:off x="762000" y="2590800"/>
            <a:ext cx="7077075" cy="2182264"/>
          </a:xfrm>
          <a:prstGeom prst="rect"/>
        </p:spPr>
        <p:txBody>
          <a:bodyPr bIns="0" lIns="0" rIns="0" rtlCol="0" tIns="12065" vert="horz" wrap="square">
            <a:spAutoFit/>
          </a:bodyPr>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lang="en-US">
                <a:effectLst/>
                <a:latin typeface="Times New Roman" panose="02020603050405020304" pitchFamily="18" charset="0"/>
                <a:ea typeface="SimSun" panose="02010600030101010101" pitchFamily="2" charset="-122"/>
                <a:cs typeface="Times New Roman" panose="02020603050405020304" pitchFamily="18" charset="0"/>
              </a:rPr>
              <a:t>High accuracy</a:t>
            </a: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lang="en-US">
                <a:latin typeface="Times New Roman" panose="02020603050405020304" pitchFamily="18" charset="0"/>
                <a:ea typeface="SimSun" panose="02010600030101010101" pitchFamily="2" charset="-122"/>
                <a:cs typeface="Times New Roman" panose="02020603050405020304" pitchFamily="18" charset="0"/>
              </a:rPr>
              <a:t>It is possible </a:t>
            </a:r>
            <a:r>
              <a:rPr dirty="0" lang="en-US">
                <a:effectLst/>
                <a:latin typeface="Times New Roman" panose="02020603050405020304" pitchFamily="18" charset="0"/>
                <a:ea typeface="SimSun" panose="02010600030101010101" pitchFamily="2" charset="-122"/>
                <a:cs typeface="Times New Roman" panose="02020603050405020304" pitchFamily="18" charset="0"/>
              </a:rPr>
              <a:t>to analyse every leaf</a:t>
            </a:r>
            <a:r>
              <a:rPr dirty="0" lang="en-IN">
                <a:latin typeface="Times New Roman" panose="02020603050405020304" pitchFamily="18" charset="0"/>
                <a:cs typeface="Times New Roman" panose="02020603050405020304" pitchFamily="18" charset="0"/>
              </a:rPr>
              <a:t> </a:t>
            </a: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lang="en-IN">
                <a:latin typeface="Times New Roman" panose="02020603050405020304" pitchFamily="18" charset="0"/>
                <a:cs typeface="Times New Roman" panose="02020603050405020304" pitchFamily="18" charset="0"/>
              </a:rPr>
              <a:t>Works on Large Datasets</a:t>
            </a:r>
            <a:endParaRPr dirty="0" lang="en-US">
              <a:effectLst/>
              <a:latin typeface="Times New Roman" panose="02020603050405020304" pitchFamily="18" charset="0"/>
              <a:ea typeface="SimSun" panose="02010600030101010101" pitchFamily="2" charset="-122"/>
              <a:cs typeface="Times New Roman" panose="02020603050405020304" pitchFamily="18" charset="0"/>
            </a:endParaRPr>
          </a:p>
          <a:p>
            <a:pPr algn="just" indent="-285750" marL="297815" marR="5080">
              <a:lnSpc>
                <a:spcPct val="200000"/>
              </a:lnSpc>
              <a:spcBef>
                <a:spcPts val="95"/>
              </a:spcBef>
              <a:buClr>
                <a:srgbClr val="5ECAEF"/>
              </a:buClr>
              <a:buFont typeface="Wingdings" panose="05000000000000000000" pitchFamily="2" charset="2"/>
              <a:buChar char="Ø"/>
              <a:tabLst>
                <a:tab algn="l" pos="295910"/>
              </a:tabLst>
            </a:pPr>
            <a:r>
              <a:rPr dirty="0" lang="en-US">
                <a:effectLst/>
                <a:latin typeface="Times New Roman" panose="02020603050405020304" pitchFamily="18" charset="0"/>
                <a:ea typeface="SimSun" panose="02010600030101010101" pitchFamily="2" charset="-122"/>
                <a:cs typeface="Times New Roman" panose="02020603050405020304" pitchFamily="18" charset="0"/>
              </a:rPr>
              <a:t>Time investment is low </a:t>
            </a:r>
            <a:endParaRPr dirty="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5" name="object 2"/>
          <p:cNvSpPr txBox="1">
            <a:spLocks noGrp="1"/>
          </p:cNvSpPr>
          <p:nvPr>
            <p:ph type="title"/>
          </p:nvPr>
        </p:nvSpPr>
        <p:spPr>
          <a:xfrm>
            <a:off x="457200" y="749032"/>
            <a:ext cx="7076458" cy="979435"/>
          </a:xfrm>
          <a:prstGeom prst="rect"/>
        </p:spPr>
        <p:txBody>
          <a:bodyPr bIns="0" lIns="0" rIns="0" rtlCol="0" tIns="12700" vert="horz" wrap="square">
            <a:spAutoFit/>
          </a:bodyPr>
          <a:p>
            <a:pPr marL="12700" marR="5080">
              <a:lnSpc>
                <a:spcPct val="101000"/>
              </a:lnSpc>
              <a:spcBef>
                <a:spcPts val="100"/>
              </a:spcBef>
              <a:tabLst>
                <a:tab algn="l" pos="2317750"/>
              </a:tabLst>
            </a:pPr>
            <a:r>
              <a:rPr dirty="0" sz="3200" spc="-10">
                <a:solidFill>
                  <a:schemeClr val="tx1"/>
                </a:solidFill>
              </a:rPr>
              <a:t>SOFTWARE</a:t>
            </a:r>
            <a:r>
              <a:rPr dirty="0" sz="3200">
                <a:solidFill>
                  <a:schemeClr val="tx1"/>
                </a:solidFill>
              </a:rPr>
              <a:t>&amp;</a:t>
            </a:r>
            <a:r>
              <a:rPr dirty="0" sz="3200" spc="-5">
                <a:solidFill>
                  <a:schemeClr val="tx1"/>
                </a:solidFill>
              </a:rPr>
              <a:t> </a:t>
            </a:r>
            <a:r>
              <a:rPr dirty="0" sz="3200" spc="-25">
                <a:solidFill>
                  <a:schemeClr val="tx1"/>
                </a:solidFill>
              </a:rPr>
              <a:t>HARDWARE </a:t>
            </a:r>
            <a:r>
              <a:rPr dirty="0" sz="3200" spc="-10">
                <a:solidFill>
                  <a:schemeClr val="tx1"/>
                </a:solidFill>
              </a:rPr>
              <a:t>REQUIREMENTS:</a:t>
            </a:r>
          </a:p>
        </p:txBody>
      </p:sp>
      <p:sp>
        <p:nvSpPr>
          <p:cNvPr id="1048606" name="object 3"/>
          <p:cNvSpPr txBox="1"/>
          <p:nvPr/>
        </p:nvSpPr>
        <p:spPr>
          <a:xfrm>
            <a:off x="592080" y="2057400"/>
            <a:ext cx="4984235" cy="3740768"/>
          </a:xfrm>
          <a:prstGeom prst="rect"/>
        </p:spPr>
        <p:txBody>
          <a:bodyPr bIns="0" lIns="0" rIns="0" rtlCol="0" tIns="13970" vert="horz" wrap="square">
            <a:spAutoFit/>
          </a:bodyPr>
          <a:p>
            <a:pPr marL="12700">
              <a:lnSpc>
                <a:spcPct val="100000"/>
              </a:lnSpc>
              <a:spcBef>
                <a:spcPts val="110"/>
              </a:spcBef>
            </a:pPr>
            <a:r>
              <a:rPr dirty="0" sz="1650">
                <a:solidFill>
                  <a:schemeClr val="tx1"/>
                </a:solidFill>
                <a:latin typeface="Times New Roman" panose="02020603050405020304" pitchFamily="18" charset="0"/>
                <a:cs typeface="Times New Roman" panose="02020603050405020304" pitchFamily="18" charset="0"/>
              </a:rPr>
              <a:t></a:t>
            </a:r>
            <a:r>
              <a:rPr dirty="0" sz="1650" spc="315">
                <a:solidFill>
                  <a:schemeClr val="tx1"/>
                </a:solidFill>
                <a:latin typeface="Times New Roman" panose="02020603050405020304" pitchFamily="18" charset="0"/>
                <a:cs typeface="Times New Roman" panose="02020603050405020304" pitchFamily="18" charset="0"/>
              </a:rPr>
              <a:t> </a:t>
            </a:r>
            <a:r>
              <a:rPr b="1" dirty="0" sz="2050" spc="-20">
                <a:solidFill>
                  <a:schemeClr val="tx1"/>
                </a:solidFill>
                <a:latin typeface="Times New Roman" panose="02020603050405020304" pitchFamily="18" charset="0"/>
                <a:cs typeface="Times New Roman" panose="02020603050405020304" pitchFamily="18" charset="0"/>
              </a:rPr>
              <a:t>SOFTWARE</a:t>
            </a:r>
            <a:r>
              <a:rPr b="1" dirty="0" sz="2050" spc="-70">
                <a:solidFill>
                  <a:schemeClr val="tx1"/>
                </a:solidFill>
                <a:latin typeface="Times New Roman" panose="02020603050405020304" pitchFamily="18" charset="0"/>
                <a:cs typeface="Times New Roman" panose="02020603050405020304" pitchFamily="18" charset="0"/>
              </a:rPr>
              <a:t> </a:t>
            </a:r>
            <a:r>
              <a:rPr b="1" dirty="0" sz="2050">
                <a:solidFill>
                  <a:schemeClr val="tx1"/>
                </a:solidFill>
                <a:latin typeface="Times New Roman" panose="02020603050405020304" pitchFamily="18" charset="0"/>
                <a:cs typeface="Times New Roman" panose="02020603050405020304" pitchFamily="18" charset="0"/>
              </a:rPr>
              <a:t>REQUIRMENTS</a:t>
            </a:r>
            <a:r>
              <a:rPr b="1" dirty="0" sz="2050" spc="-70">
                <a:solidFill>
                  <a:schemeClr val="tx1"/>
                </a:solidFill>
                <a:latin typeface="Times New Roman" panose="02020603050405020304" pitchFamily="18" charset="0"/>
                <a:cs typeface="Times New Roman" panose="02020603050405020304" pitchFamily="18" charset="0"/>
              </a:rPr>
              <a:t> </a:t>
            </a:r>
            <a:r>
              <a:rPr b="1" dirty="0" sz="2050" spc="-50">
                <a:solidFill>
                  <a:schemeClr val="tx1"/>
                </a:solidFill>
                <a:latin typeface="Times New Roman" panose="02020603050405020304" pitchFamily="18" charset="0"/>
                <a:cs typeface="Times New Roman" panose="02020603050405020304" pitchFamily="18" charset="0"/>
              </a:rPr>
              <a:t>:</a:t>
            </a:r>
            <a:endParaRPr dirty="0" sz="2050">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745"/>
              </a:spcBef>
              <a:buClr>
                <a:srgbClr val="5ECAEF"/>
              </a:buClr>
              <a:buSzPct val="47000"/>
              <a:buFont typeface="Symbol" panose="05050102010706020507"/>
              <a:buChar char=""/>
              <a:tabLst>
                <a:tab algn="l" pos="295910"/>
              </a:tabLst>
            </a:pPr>
            <a:r>
              <a:rPr dirty="0" sz="1700">
                <a:solidFill>
                  <a:schemeClr val="tx1"/>
                </a:solidFill>
                <a:latin typeface="Times New Roman" panose="02020603050405020304" pitchFamily="18" charset="0"/>
                <a:cs typeface="Times New Roman" panose="02020603050405020304" pitchFamily="18" charset="0"/>
              </a:rPr>
              <a:t>Front</a:t>
            </a:r>
            <a:r>
              <a:rPr dirty="0" sz="1700" spc="20">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end</a:t>
            </a:r>
            <a:r>
              <a:rPr dirty="0" sz="1700" spc="-15">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Technologies</a:t>
            </a:r>
            <a:r>
              <a:rPr dirty="0" sz="1700" spc="75">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a:t>
            </a:r>
            <a:r>
              <a:rPr dirty="0" sz="1700" spc="25">
                <a:solidFill>
                  <a:schemeClr val="tx1"/>
                </a:solidFill>
                <a:latin typeface="Times New Roman" panose="02020603050405020304" pitchFamily="18" charset="0"/>
                <a:cs typeface="Times New Roman" panose="02020603050405020304" pitchFamily="18" charset="0"/>
              </a:rPr>
              <a:t> </a:t>
            </a:r>
            <a:r>
              <a:rPr dirty="0" sz="1700" lang="en-IN" spc="25">
                <a:solidFill>
                  <a:schemeClr val="tx1"/>
                </a:solidFill>
                <a:latin typeface="Times New Roman" panose="02020603050405020304" pitchFamily="18" charset="0"/>
                <a:cs typeface="Times New Roman" panose="02020603050405020304" pitchFamily="18" charset="0"/>
              </a:rPr>
              <a:t>HTML,CSS</a:t>
            </a:r>
            <a:endParaRPr dirty="0" sz="1700" lang="en-US" spc="25">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745"/>
              </a:spcBef>
              <a:buClr>
                <a:srgbClr val="5ECAEF"/>
              </a:buClr>
              <a:buSzPct val="47000"/>
              <a:buFont typeface="Symbol" panose="05050102010706020507"/>
              <a:buChar char=""/>
              <a:tabLst>
                <a:tab algn="l" pos="295910"/>
              </a:tabLst>
            </a:pPr>
            <a:r>
              <a:rPr dirty="0" sz="1700">
                <a:solidFill>
                  <a:schemeClr val="tx1"/>
                </a:solidFill>
                <a:latin typeface="Times New Roman" panose="02020603050405020304" pitchFamily="18" charset="0"/>
                <a:cs typeface="Times New Roman" panose="02020603050405020304" pitchFamily="18" charset="0"/>
              </a:rPr>
              <a:t>Back</a:t>
            </a:r>
            <a:r>
              <a:rPr dirty="0" sz="1700" spc="20">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end</a:t>
            </a:r>
            <a:r>
              <a:rPr dirty="0" sz="1700" spc="5">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Technologies</a:t>
            </a:r>
            <a:r>
              <a:rPr dirty="0" sz="1700" spc="65">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a:t>
            </a:r>
            <a:r>
              <a:rPr dirty="0" sz="1700" spc="45">
                <a:solidFill>
                  <a:schemeClr val="tx1"/>
                </a:solidFill>
                <a:latin typeface="Times New Roman" panose="02020603050405020304" pitchFamily="18" charset="0"/>
                <a:cs typeface="Times New Roman" panose="02020603050405020304" pitchFamily="18" charset="0"/>
              </a:rPr>
              <a:t> </a:t>
            </a:r>
            <a:r>
              <a:rPr dirty="0" sz="1700" lang="en-IN" spc="45">
                <a:solidFill>
                  <a:schemeClr val="tx1"/>
                </a:solidFill>
                <a:latin typeface="Times New Roman" panose="02020603050405020304" pitchFamily="18" charset="0"/>
                <a:cs typeface="Times New Roman" panose="02020603050405020304" pitchFamily="18" charset="0"/>
              </a:rPr>
              <a:t>Python</a:t>
            </a:r>
            <a:endParaRPr dirty="0" sz="1700" lang="en-US" spc="45">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745"/>
              </a:spcBef>
              <a:buClr>
                <a:srgbClr val="5ECAEF"/>
              </a:buClr>
              <a:buSzPct val="47000"/>
              <a:buFont typeface="Symbol" panose="05050102010706020507"/>
              <a:buChar char=""/>
              <a:tabLst>
                <a:tab algn="l" pos="295910"/>
              </a:tabLst>
            </a:pPr>
            <a:r>
              <a:rPr dirty="0" sz="1700" spc="-10">
                <a:solidFill>
                  <a:schemeClr val="tx1"/>
                </a:solidFill>
                <a:latin typeface="Times New Roman" panose="02020603050405020304" pitchFamily="18" charset="0"/>
                <a:cs typeface="Times New Roman" panose="02020603050405020304" pitchFamily="18" charset="0"/>
              </a:rPr>
              <a:t>Framework</a:t>
            </a:r>
            <a:r>
              <a:rPr dirty="0" sz="1700">
                <a:solidFill>
                  <a:schemeClr val="tx1"/>
                </a:solidFill>
                <a:latin typeface="Times New Roman" panose="02020603050405020304" pitchFamily="18" charset="0"/>
                <a:cs typeface="Times New Roman" panose="02020603050405020304" pitchFamily="18" charset="0"/>
              </a:rPr>
              <a:t>	</a:t>
            </a:r>
            <a:r>
              <a:rPr dirty="0" sz="1700" lang="en-US">
                <a:solidFill>
                  <a:schemeClr val="tx1"/>
                </a:solidFill>
                <a:latin typeface="Times New Roman" panose="02020603050405020304" pitchFamily="18" charset="0"/>
                <a:cs typeface="Times New Roman" panose="02020603050405020304" pitchFamily="18" charset="0"/>
              </a:rPr>
              <a:t>           </a:t>
            </a:r>
            <a:r>
              <a:rPr dirty="0" sz="1700">
                <a:solidFill>
                  <a:schemeClr val="tx1"/>
                </a:solidFill>
                <a:latin typeface="Times New Roman" panose="02020603050405020304" pitchFamily="18" charset="0"/>
                <a:cs typeface="Times New Roman" panose="02020603050405020304" pitchFamily="18" charset="0"/>
              </a:rPr>
              <a:t>:</a:t>
            </a:r>
            <a:r>
              <a:rPr dirty="0" sz="1700" spc="5">
                <a:solidFill>
                  <a:schemeClr val="tx1"/>
                </a:solidFill>
                <a:latin typeface="Times New Roman" panose="02020603050405020304" pitchFamily="18" charset="0"/>
                <a:cs typeface="Times New Roman" panose="02020603050405020304" pitchFamily="18" charset="0"/>
              </a:rPr>
              <a:t> </a:t>
            </a:r>
            <a:r>
              <a:rPr dirty="0" sz="1700" lang="en-IN" spc="5">
                <a:solidFill>
                  <a:schemeClr val="tx1"/>
                </a:solidFill>
                <a:latin typeface="Times New Roman" panose="02020603050405020304" pitchFamily="18" charset="0"/>
                <a:cs typeface="Times New Roman" panose="02020603050405020304" pitchFamily="18" charset="0"/>
              </a:rPr>
              <a:t>Django</a:t>
            </a:r>
            <a:endParaRPr dirty="0" sz="1700" lang="en-US" spc="5">
              <a:solidFill>
                <a:schemeClr val="tx1"/>
              </a:solidFill>
              <a:latin typeface="Times New Roman" panose="02020603050405020304" pitchFamily="18" charset="0"/>
              <a:cs typeface="Times New Roman" panose="02020603050405020304" pitchFamily="18" charset="0"/>
            </a:endParaRPr>
          </a:p>
          <a:p>
            <a:pPr marL="12700">
              <a:lnSpc>
                <a:spcPct val="100000"/>
              </a:lnSpc>
              <a:spcBef>
                <a:spcPts val="1745"/>
              </a:spcBef>
              <a:buClr>
                <a:srgbClr val="5ECAEF"/>
              </a:buClr>
              <a:buSzPct val="47000"/>
              <a:tabLst>
                <a:tab algn="l" pos="295910"/>
              </a:tabLst>
            </a:pPr>
            <a:r>
              <a:rPr dirty="0" sz="1650">
                <a:solidFill>
                  <a:schemeClr val="tx1"/>
                </a:solidFill>
                <a:latin typeface="Times New Roman" panose="02020603050405020304" pitchFamily="18" charset="0"/>
                <a:cs typeface="Times New Roman" panose="02020603050405020304" pitchFamily="18" charset="0"/>
              </a:rPr>
              <a:t></a:t>
            </a:r>
            <a:r>
              <a:rPr dirty="0" sz="1650" spc="285">
                <a:solidFill>
                  <a:schemeClr val="tx1"/>
                </a:solidFill>
                <a:latin typeface="Times New Roman" panose="02020603050405020304" pitchFamily="18" charset="0"/>
                <a:cs typeface="Times New Roman" panose="02020603050405020304" pitchFamily="18" charset="0"/>
              </a:rPr>
              <a:t> </a:t>
            </a:r>
            <a:r>
              <a:rPr b="1" dirty="0" sz="2050" spc="-10">
                <a:solidFill>
                  <a:schemeClr val="tx1"/>
                </a:solidFill>
                <a:latin typeface="Times New Roman" panose="02020603050405020304" pitchFamily="18" charset="0"/>
                <a:cs typeface="Times New Roman" panose="02020603050405020304" pitchFamily="18" charset="0"/>
              </a:rPr>
              <a:t>HARDWARE</a:t>
            </a:r>
            <a:r>
              <a:rPr b="1" dirty="0" sz="2050" spc="-75">
                <a:solidFill>
                  <a:schemeClr val="tx1"/>
                </a:solidFill>
                <a:latin typeface="Times New Roman" panose="02020603050405020304" pitchFamily="18" charset="0"/>
                <a:cs typeface="Times New Roman" panose="02020603050405020304" pitchFamily="18" charset="0"/>
              </a:rPr>
              <a:t> </a:t>
            </a:r>
            <a:r>
              <a:rPr b="1" dirty="0" sz="2050">
                <a:solidFill>
                  <a:schemeClr val="tx1"/>
                </a:solidFill>
                <a:latin typeface="Times New Roman" panose="02020603050405020304" pitchFamily="18" charset="0"/>
                <a:cs typeface="Times New Roman" panose="02020603050405020304" pitchFamily="18" charset="0"/>
              </a:rPr>
              <a:t>REQUIRMENTS</a:t>
            </a:r>
            <a:r>
              <a:rPr b="1" dirty="0" sz="2050" spc="-85">
                <a:solidFill>
                  <a:schemeClr val="tx1"/>
                </a:solidFill>
                <a:latin typeface="Times New Roman" panose="02020603050405020304" pitchFamily="18" charset="0"/>
                <a:cs typeface="Times New Roman" panose="02020603050405020304" pitchFamily="18" charset="0"/>
              </a:rPr>
              <a:t> </a:t>
            </a:r>
            <a:r>
              <a:rPr b="1" dirty="0" sz="2050" spc="-50">
                <a:solidFill>
                  <a:schemeClr val="tx1"/>
                </a:solidFill>
                <a:latin typeface="Times New Roman" panose="02020603050405020304" pitchFamily="18" charset="0"/>
                <a:cs typeface="Times New Roman" panose="02020603050405020304" pitchFamily="18" charset="0"/>
              </a:rPr>
              <a:t>:</a:t>
            </a:r>
            <a:endParaRPr dirty="0" sz="2050">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705"/>
              </a:spcBef>
              <a:buClr>
                <a:srgbClr val="5ECAEF"/>
              </a:buClr>
              <a:buSzPct val="47000"/>
              <a:buFont typeface="Symbol" panose="05050102010706020507"/>
              <a:buChar char=""/>
              <a:tabLst>
                <a:tab algn="l" pos="295910"/>
                <a:tab algn="l" pos="1520190"/>
                <a:tab algn="l" pos="1899920"/>
              </a:tabLst>
            </a:pPr>
            <a:r>
              <a:rPr dirty="0" sz="1700" spc="-10">
                <a:solidFill>
                  <a:schemeClr val="tx1"/>
                </a:solidFill>
                <a:latin typeface="Times New Roman" panose="02020603050405020304" pitchFamily="18" charset="0"/>
                <a:cs typeface="Times New Roman" panose="02020603050405020304" pitchFamily="18" charset="0"/>
              </a:rPr>
              <a:t>Processor</a:t>
            </a:r>
            <a:r>
              <a:rPr dirty="0" sz="1700">
                <a:solidFill>
                  <a:schemeClr val="tx1"/>
                </a:solidFill>
                <a:latin typeface="Times New Roman" panose="02020603050405020304" pitchFamily="18" charset="0"/>
                <a:cs typeface="Times New Roman" panose="02020603050405020304" pitchFamily="18" charset="0"/>
              </a:rPr>
              <a:t>	</a:t>
            </a:r>
            <a:r>
              <a:rPr dirty="0" sz="1700" spc="-50">
                <a:solidFill>
                  <a:schemeClr val="tx1"/>
                </a:solidFill>
                <a:latin typeface="Times New Roman" panose="02020603050405020304" pitchFamily="18" charset="0"/>
                <a:cs typeface="Times New Roman" panose="02020603050405020304" pitchFamily="18" charset="0"/>
              </a:rPr>
              <a:t>:</a:t>
            </a:r>
            <a:r>
              <a:rPr dirty="0" sz="1700">
                <a:solidFill>
                  <a:schemeClr val="tx1"/>
                </a:solidFill>
                <a:latin typeface="Times New Roman" panose="02020603050405020304" pitchFamily="18" charset="0"/>
                <a:cs typeface="Times New Roman" panose="02020603050405020304" pitchFamily="18" charset="0"/>
              </a:rPr>
              <a:t>	</a:t>
            </a:r>
            <a:r>
              <a:rPr dirty="0" sz="1700" lang="en-IN">
                <a:solidFill>
                  <a:schemeClr val="tx1"/>
                </a:solidFill>
                <a:latin typeface="Times New Roman" panose="02020603050405020304" pitchFamily="18" charset="0"/>
                <a:cs typeface="Times New Roman" panose="02020603050405020304" pitchFamily="18" charset="0"/>
              </a:rPr>
              <a:t>intel i5</a:t>
            </a:r>
            <a:endParaRPr dirty="0" sz="1700">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685"/>
              </a:spcBef>
              <a:buClr>
                <a:srgbClr val="5ECAEF"/>
              </a:buClr>
              <a:buSzPct val="47000"/>
              <a:buFont typeface="Symbol" panose="05050102010706020507"/>
              <a:buChar char=""/>
              <a:tabLst>
                <a:tab algn="l" pos="295910"/>
                <a:tab algn="l" pos="1520190"/>
                <a:tab algn="l" pos="1899920"/>
              </a:tabLst>
            </a:pPr>
            <a:r>
              <a:rPr dirty="0" sz="1700">
                <a:solidFill>
                  <a:schemeClr val="tx1"/>
                </a:solidFill>
                <a:latin typeface="Times New Roman" panose="02020603050405020304" pitchFamily="18" charset="0"/>
                <a:cs typeface="Times New Roman" panose="02020603050405020304" pitchFamily="18" charset="0"/>
              </a:rPr>
              <a:t>Hard</a:t>
            </a:r>
            <a:r>
              <a:rPr dirty="0" sz="1700" spc="60">
                <a:solidFill>
                  <a:schemeClr val="tx1"/>
                </a:solidFill>
                <a:latin typeface="Times New Roman" panose="02020603050405020304" pitchFamily="18" charset="0"/>
                <a:cs typeface="Times New Roman" panose="02020603050405020304" pitchFamily="18" charset="0"/>
              </a:rPr>
              <a:t> </a:t>
            </a:r>
            <a:r>
              <a:rPr dirty="0" sz="1700" spc="-20">
                <a:solidFill>
                  <a:schemeClr val="tx1"/>
                </a:solidFill>
                <a:latin typeface="Times New Roman" panose="02020603050405020304" pitchFamily="18" charset="0"/>
                <a:cs typeface="Times New Roman" panose="02020603050405020304" pitchFamily="18" charset="0"/>
              </a:rPr>
              <a:t>Disk</a:t>
            </a:r>
            <a:r>
              <a:rPr dirty="0" sz="1700">
                <a:solidFill>
                  <a:schemeClr val="tx1"/>
                </a:solidFill>
                <a:latin typeface="Times New Roman" panose="02020603050405020304" pitchFamily="18" charset="0"/>
                <a:cs typeface="Times New Roman" panose="02020603050405020304" pitchFamily="18" charset="0"/>
              </a:rPr>
              <a:t>	</a:t>
            </a:r>
            <a:r>
              <a:rPr dirty="0" sz="1700" spc="-50">
                <a:solidFill>
                  <a:schemeClr val="tx1"/>
                </a:solidFill>
                <a:latin typeface="Times New Roman" panose="02020603050405020304" pitchFamily="18" charset="0"/>
                <a:cs typeface="Times New Roman" panose="02020603050405020304" pitchFamily="18" charset="0"/>
              </a:rPr>
              <a:t>:</a:t>
            </a:r>
            <a:r>
              <a:rPr dirty="0" sz="1700">
                <a:solidFill>
                  <a:schemeClr val="tx1"/>
                </a:solidFill>
                <a:latin typeface="Times New Roman" panose="02020603050405020304" pitchFamily="18" charset="0"/>
                <a:cs typeface="Times New Roman" panose="02020603050405020304" pitchFamily="18" charset="0"/>
              </a:rPr>
              <a:t>	</a:t>
            </a:r>
            <a:r>
              <a:rPr dirty="0" sz="1700" lang="en-IN">
                <a:solidFill>
                  <a:schemeClr val="tx1"/>
                </a:solidFill>
                <a:latin typeface="Times New Roman" panose="02020603050405020304" pitchFamily="18" charset="0"/>
                <a:cs typeface="Times New Roman" panose="02020603050405020304" pitchFamily="18" charset="0"/>
              </a:rPr>
              <a:t>1TB</a:t>
            </a:r>
            <a:endParaRPr dirty="0" sz="1700" lang="en-US">
              <a:solidFill>
                <a:schemeClr val="tx1"/>
              </a:solidFill>
              <a:latin typeface="Times New Roman" panose="02020603050405020304" pitchFamily="18" charset="0"/>
              <a:cs typeface="Times New Roman" panose="02020603050405020304" pitchFamily="18" charset="0"/>
            </a:endParaRPr>
          </a:p>
          <a:p>
            <a:pPr indent="-283210" marL="295910">
              <a:lnSpc>
                <a:spcPct val="100000"/>
              </a:lnSpc>
              <a:spcBef>
                <a:spcPts val="1685"/>
              </a:spcBef>
              <a:buClr>
                <a:srgbClr val="5ECAEF"/>
              </a:buClr>
              <a:buSzPct val="47000"/>
              <a:buFont typeface="Symbol" panose="05050102010706020507"/>
              <a:buChar char=""/>
              <a:tabLst>
                <a:tab algn="l" pos="295910"/>
                <a:tab algn="l" pos="1520190"/>
                <a:tab algn="l" pos="1899920"/>
              </a:tabLst>
            </a:pPr>
            <a:r>
              <a:rPr dirty="0" sz="1700" spc="-25">
                <a:solidFill>
                  <a:schemeClr val="tx1"/>
                </a:solidFill>
                <a:latin typeface="Times New Roman" panose="02020603050405020304" pitchFamily="18" charset="0"/>
                <a:cs typeface="Times New Roman" panose="02020603050405020304" pitchFamily="18" charset="0"/>
              </a:rPr>
              <a:t>RAM</a:t>
            </a:r>
            <a:r>
              <a:rPr dirty="0" sz="1700">
                <a:solidFill>
                  <a:schemeClr val="tx1"/>
                </a:solidFill>
                <a:latin typeface="Times New Roman" panose="02020603050405020304" pitchFamily="18" charset="0"/>
                <a:cs typeface="Times New Roman" panose="02020603050405020304" pitchFamily="18" charset="0"/>
              </a:rPr>
              <a:t>	</a:t>
            </a:r>
            <a:r>
              <a:rPr dirty="0" sz="1700" spc="-50">
                <a:solidFill>
                  <a:schemeClr val="tx1"/>
                </a:solidFill>
                <a:latin typeface="Times New Roman" panose="02020603050405020304" pitchFamily="18" charset="0"/>
                <a:cs typeface="Times New Roman" panose="02020603050405020304" pitchFamily="18" charset="0"/>
              </a:rPr>
              <a:t>:</a:t>
            </a:r>
            <a:r>
              <a:rPr dirty="0" sz="1700">
                <a:solidFill>
                  <a:schemeClr val="tx1"/>
                </a:solidFill>
                <a:latin typeface="Times New Roman" panose="02020603050405020304" pitchFamily="18" charset="0"/>
                <a:cs typeface="Times New Roman" panose="02020603050405020304" pitchFamily="18" charset="0"/>
              </a:rPr>
              <a:t>	</a:t>
            </a:r>
            <a:r>
              <a:rPr dirty="0" sz="1700" lang="en-IN">
                <a:solidFill>
                  <a:schemeClr val="tx1"/>
                </a:solidFill>
                <a:latin typeface="Times New Roman" panose="02020603050405020304" pitchFamily="18" charset="0"/>
                <a:cs typeface="Times New Roman" panose="02020603050405020304" pitchFamily="18" charset="0"/>
              </a:rPr>
              <a:t>4GB</a:t>
            </a:r>
            <a:endParaRPr dirty="0" sz="1700">
              <a:solidFill>
                <a:schemeClr val="tx1"/>
              </a:solidFill>
              <a:latin typeface="Times New Roman" panose="02020603050405020304" pitchFamily="18" charset="0"/>
              <a:cs typeface="Times New Roman" panose="02020603050405020304" pitchFamily="18" charset="0"/>
            </a:endParaRPr>
          </a:p>
        </p:txBody>
      </p:sp>
      <p:pic>
        <p:nvPicPr>
          <p:cNvPr id="2097156" name="object 4"/>
          <p:cNvPicPr>
            <a:picLocks/>
          </p:cNvPicPr>
          <p:nvPr/>
        </p:nvPicPr>
        <p:blipFill>
          <a:blip xmlns:r="http://schemas.openxmlformats.org/officeDocument/2006/relationships" r:embed="rId1" cstate="print"/>
          <a:stretch>
            <a:fillRect/>
          </a:stretch>
        </p:blipFill>
        <p:spPr>
          <a:xfrm>
            <a:off x="5576315" y="2356104"/>
            <a:ext cx="3480816" cy="3378708"/>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11" name="Title 1"/>
          <p:cNvSpPr>
            <a:spLocks noGrp="1"/>
          </p:cNvSpPr>
          <p:nvPr>
            <p:ph type="title"/>
          </p:nvPr>
        </p:nvSpPr>
        <p:spPr>
          <a:xfrm>
            <a:off x="619743" y="1169878"/>
            <a:ext cx="7096722" cy="492443"/>
          </a:xfrm>
        </p:spPr>
        <p:txBody>
          <a:bodyPr/>
          <a:p>
            <a:r>
              <a:rPr dirty="0" sz="3200" lang="en-IN">
                <a:solidFill>
                  <a:schemeClr val="tx1"/>
                </a:solidFill>
              </a:rPr>
              <a:t>SYSTEM ARCHITECTURE</a:t>
            </a:r>
          </a:p>
        </p:txBody>
      </p:sp>
      <p:pic>
        <p:nvPicPr>
          <p:cNvPr id="2097157" name="Picture 2"/>
          <p:cNvPicPr>
            <a:picLocks noChangeAspect="1"/>
          </p:cNvPicPr>
          <p:nvPr/>
        </p:nvPicPr>
        <p:blipFill>
          <a:blip xmlns:r="http://schemas.openxmlformats.org/officeDocument/2006/relationships" r:embed="rId1"/>
          <a:stretch>
            <a:fillRect/>
          </a:stretch>
        </p:blipFill>
        <p:spPr>
          <a:xfrm>
            <a:off x="381000" y="1828800"/>
            <a:ext cx="7096722" cy="4499014"/>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12" name="Title 1"/>
          <p:cNvSpPr>
            <a:spLocks noGrp="1"/>
          </p:cNvSpPr>
          <p:nvPr>
            <p:ph type="title"/>
          </p:nvPr>
        </p:nvSpPr>
        <p:spPr>
          <a:xfrm>
            <a:off x="619743" y="1169878"/>
            <a:ext cx="7096722" cy="492443"/>
          </a:xfrm>
        </p:spPr>
        <p:txBody>
          <a:bodyPr/>
          <a:p>
            <a:r>
              <a:rPr dirty="0" sz="3200" lang="en-IN">
                <a:solidFill>
                  <a:schemeClr val="tx1"/>
                </a:solidFill>
              </a:rPr>
              <a:t>MODULES</a:t>
            </a:r>
          </a:p>
        </p:txBody>
      </p:sp>
      <p:sp>
        <p:nvSpPr>
          <p:cNvPr id="1048613" name="Rectangle 1"/>
          <p:cNvSpPr>
            <a:spLocks noGrp="1" noChangeArrowheads="1"/>
          </p:cNvSpPr>
          <p:nvPr>
            <p:ph type="body" idx="1"/>
          </p:nvPr>
        </p:nvSpPr>
        <p:spPr bwMode="auto">
          <a:xfrm>
            <a:off x="619743" y="1995169"/>
            <a:ext cx="7096722" cy="3782061"/>
          </a:xfrm>
          <a:prstGeom prst="rect"/>
          <a:noFill/>
          <a:ln>
            <a:noFill/>
          </a:ln>
          <a:effectLst/>
        </p:spPr>
        <p:txBody>
          <a:bodyPr anchor="ctr" anchorCtr="0" bIns="45720" compatLnSpc="1" lIns="91440" numCol="1" rIns="91440" tIns="45720" vert="horz" wrap="square">
            <a:prstTxWarp prst="textNoShape"/>
            <a:spAutoFit/>
          </a:bodyPr>
          <a:p>
            <a:pPr algn="just" defTabSz="914400" eaLnBrk="0" fontAlgn="base" hangingPunct="0" indent="-285750" latinLnBrk="0" lvl="0" marL="285750" marR="0" rtl="0">
              <a:lnSpc>
                <a:spcPct val="150000"/>
              </a:lnSpc>
              <a:spcBef>
                <a:spcPct val="0"/>
              </a:spcBef>
              <a:spcAft>
                <a:spcPct val="0"/>
              </a:spcAft>
              <a:buClrTx/>
              <a:buSzTx/>
              <a:buFont typeface="Wingdings" panose="05000000000000000000" pitchFamily="2" charset="2"/>
              <a:buChar char="§"/>
            </a:pPr>
            <a:r>
              <a:rPr altLang="en-US" baseline="0" b="1"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ADMIN MODULE</a:t>
            </a:r>
            <a:endParaRPr altLang="en-US" dirty="0" sz="1800" lang="en-US">
              <a:latin typeface="Times New Roman" panose="02020603050405020304" pitchFamily="18" charset="0"/>
              <a:cs typeface="Times New Roman" panose="02020603050405020304" pitchFamily="18" charset="0"/>
            </a:endParaRPr>
          </a:p>
          <a:p>
            <a:pPr algn="just" defTabSz="914400" eaLnBrk="0" fontAlgn="base" hangingPunct="0" indent="0" latinLnBrk="0" lvl="0" marL="0" marR="0" rtl="0">
              <a:lnSpc>
                <a:spcPct val="150000"/>
              </a:lnSpc>
              <a:spcBef>
                <a:spcPct val="0"/>
              </a:spcBef>
              <a:spcAft>
                <a:spcPct val="0"/>
              </a:spcAft>
              <a:buClrTx/>
              <a:buSzTx/>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Uploads and manages the training dataset, monitors the model, and ensures that it is performing optimally. The admin manages system updates and re-trainings when necessary.</a:t>
            </a:r>
          </a:p>
          <a:p>
            <a:pPr algn="just" defTabSz="914400" eaLnBrk="0" fontAlgn="base" hangingPunct="0" indent="-285750" latinLnBrk="0" lvl="0" marL="285750" marR="0" rtl="0">
              <a:lnSpc>
                <a:spcPct val="150000"/>
              </a:lnSpc>
              <a:spcBef>
                <a:spcPct val="0"/>
              </a:spcBef>
              <a:spcAft>
                <a:spcPct val="0"/>
              </a:spcAft>
              <a:buClrTx/>
              <a:buSzTx/>
              <a:buFont typeface="Wingdings" panose="05000000000000000000" pitchFamily="2" charset="2"/>
              <a:buChar char="§"/>
            </a:pPr>
            <a:r>
              <a:rPr altLang="en-US" b="1" dirty="0" sz="1800" lang="en-US">
                <a:latin typeface="Times New Roman" panose="02020603050405020304" pitchFamily="18" charset="0"/>
                <a:cs typeface="Times New Roman" panose="02020603050405020304" pitchFamily="18" charset="0"/>
              </a:rPr>
              <a:t>USER MODULE</a:t>
            </a:r>
            <a:endParaRPr altLang="en-US" dirty="0" sz="1800" lang="en-US">
              <a:latin typeface="Times New Roman" panose="02020603050405020304" pitchFamily="18" charset="0"/>
              <a:cs typeface="Times New Roman" panose="02020603050405020304" pitchFamily="18" charset="0"/>
            </a:endParaRPr>
          </a:p>
          <a:p>
            <a:pPr algn="just" defTabSz="914400" eaLnBrk="0" fontAlgn="base" hangingPunct="0" indent="0" latinLnBrk="0" lvl="0" marL="0" marR="0" rtl="0">
              <a:lnSpc>
                <a:spcPct val="150000"/>
              </a:lnSpc>
              <a:spcBef>
                <a:spcPct val="0"/>
              </a:spcBef>
              <a:spcAft>
                <a:spcPct val="0"/>
              </a:spcAft>
              <a:buClrTx/>
              <a:buSzTx/>
            </a:pPr>
            <a:r>
              <a:rPr altLang="en-US" baseline="0" b="0" cap="none" dirty="0" sz="1800" i="0" kumimoji="0" lang="en-US" normalizeH="0" strike="noStrike" u="none">
                <a:ln>
                  <a:noFill/>
                </a:ln>
                <a:solidFill>
                  <a:schemeClr val="tx1"/>
                </a:solidFill>
                <a:effectLst/>
                <a:latin typeface="Times New Roman" panose="02020603050405020304" pitchFamily="18" charset="0"/>
                <a:cs typeface="Times New Roman" panose="02020603050405020304" pitchFamily="18" charset="0"/>
              </a:rPr>
              <a:t>Uploads images of crops for disease identification. The system uses the trained VGG-16 model to diagnose diseases and provide actionable insights. Users can interact with the system to receive recommendations and alerts.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4" name="Title 1"/>
          <p:cNvSpPr>
            <a:spLocks noGrp="1"/>
          </p:cNvSpPr>
          <p:nvPr>
            <p:ph type="title"/>
          </p:nvPr>
        </p:nvSpPr>
        <p:spPr>
          <a:xfrm>
            <a:off x="619743" y="1169878"/>
            <a:ext cx="7096722" cy="492443"/>
          </a:xfrm>
        </p:spPr>
        <p:txBody>
          <a:bodyPr/>
          <a:p>
            <a:r>
              <a:rPr dirty="0" sz="3200" lang="en-IN">
                <a:solidFill>
                  <a:schemeClr val="tx1"/>
                </a:solidFill>
              </a:rPr>
              <a:t>ALGORITHMS</a:t>
            </a:r>
          </a:p>
        </p:txBody>
      </p:sp>
      <p:sp>
        <p:nvSpPr>
          <p:cNvPr id="1048615" name="Text Placeholder 2"/>
          <p:cNvSpPr>
            <a:spLocks noGrp="1"/>
          </p:cNvSpPr>
          <p:nvPr>
            <p:ph type="body" idx="1"/>
          </p:nvPr>
        </p:nvSpPr>
        <p:spPr>
          <a:xfrm>
            <a:off x="619743" y="1905000"/>
            <a:ext cx="6970395" cy="4520725"/>
          </a:xfrm>
        </p:spPr>
        <p:txBody>
          <a:bodyPr/>
          <a:p>
            <a:pPr indent="-285750" marL="285750">
              <a:lnSpc>
                <a:spcPct val="150000"/>
              </a:lnSpc>
              <a:buFont typeface="Wingdings" panose="05000000000000000000" pitchFamily="2" charset="2"/>
              <a:buChar char="§"/>
            </a:pPr>
            <a:r>
              <a:rPr b="1" dirty="0" sz="1800" lang="en-IN"/>
              <a:t>CONVOLUTIONAL NEURAL NETWORKS</a:t>
            </a:r>
          </a:p>
          <a:p>
            <a:pPr algn="just">
              <a:lnSpc>
                <a:spcPct val="150000"/>
              </a:lnSpc>
              <a:buNone/>
            </a:pPr>
            <a:r>
              <a:rPr dirty="0" sz="1800" lang="en-US"/>
              <a:t>In this project, we used a Convolutional Neural Network, specifically the VGG-16 model, to recognize paddy leaf diseases. First, the input image is resized and preprocessed. It then passes through several convolutional layers, where the model automatically learns important features like spots or patterns that indicate disease.Next, we apply an activation function called ReLU, which helps the model learn complex patterns. Pooling layers are then used to reduce the image size while keeping the important information. After this, the data is passed through fully connected layers that make the final decision.</a:t>
            </a:r>
          </a:p>
          <a:p>
            <a:pPr indent="-285750" marL="285750">
              <a:lnSpc>
                <a:spcPct val="150000"/>
              </a:lnSpc>
              <a:buFont typeface="Wingdings" panose="05000000000000000000" pitchFamily="2" charset="2"/>
              <a:buChar char="§"/>
            </a:pPr>
            <a:endParaRPr dirty="0" sz="1800"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6" name="Title 1"/>
          <p:cNvSpPr>
            <a:spLocks noGrp="1"/>
          </p:cNvSpPr>
          <p:nvPr>
            <p:ph type="title"/>
          </p:nvPr>
        </p:nvSpPr>
        <p:spPr>
          <a:xfrm>
            <a:off x="619743" y="1169878"/>
            <a:ext cx="7096722" cy="492443"/>
          </a:xfrm>
        </p:spPr>
        <p:txBody>
          <a:bodyPr/>
          <a:p>
            <a:r>
              <a:rPr dirty="0" sz="3200" lang="en-IN">
                <a:solidFill>
                  <a:schemeClr val="tx1"/>
                </a:solidFill>
              </a:rPr>
              <a:t>UML DIAGRAMS</a:t>
            </a:r>
          </a:p>
        </p:txBody>
      </p:sp>
      <p:sp>
        <p:nvSpPr>
          <p:cNvPr id="1048617" name="TextBox 2"/>
          <p:cNvSpPr txBox="1"/>
          <p:nvPr/>
        </p:nvSpPr>
        <p:spPr>
          <a:xfrm>
            <a:off x="558826" y="1905000"/>
            <a:ext cx="3581400" cy="369332"/>
          </a:xfrm>
          <a:prstGeom prst="rect"/>
          <a:noFill/>
        </p:spPr>
        <p:txBody>
          <a:bodyPr rtlCol="0" wrap="square">
            <a:spAutoFit/>
          </a:bodyPr>
          <a:p>
            <a:r>
              <a:rPr b="1" dirty="0" lang="en-IN">
                <a:latin typeface="Times New Roman" panose="02020603050405020304" pitchFamily="18" charset="0"/>
                <a:cs typeface="Times New Roman" panose="02020603050405020304" pitchFamily="18" charset="0"/>
              </a:rPr>
              <a:t>1.USECASE DIAGRAM</a:t>
            </a:r>
          </a:p>
        </p:txBody>
      </p:sp>
      <p:pic>
        <p:nvPicPr>
          <p:cNvPr id="2097158" name="Picture 3"/>
          <p:cNvPicPr>
            <a:picLocks noChangeAspect="1"/>
          </p:cNvPicPr>
          <p:nvPr/>
        </p:nvPicPr>
        <p:blipFill>
          <a:blip xmlns:r="http://schemas.openxmlformats.org/officeDocument/2006/relationships" r:embed="rId1"/>
          <a:stretch>
            <a:fillRect/>
          </a:stretch>
        </p:blipFill>
        <p:spPr>
          <a:xfrm>
            <a:off x="1143000" y="2517011"/>
            <a:ext cx="5105400" cy="3959989"/>
          </a:xfrm>
          <a:prstGeom prst="rec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8" name="Title 1"/>
          <p:cNvSpPr>
            <a:spLocks noGrp="1"/>
          </p:cNvSpPr>
          <p:nvPr>
            <p:ph type="title"/>
          </p:nvPr>
        </p:nvSpPr>
        <p:spPr>
          <a:xfrm>
            <a:off x="619743" y="1169878"/>
            <a:ext cx="7096722" cy="276999"/>
          </a:xfrm>
        </p:spPr>
        <p:txBody>
          <a:bodyPr/>
          <a:p>
            <a:r>
              <a:rPr dirty="0" sz="1800" lang="en-IN">
                <a:solidFill>
                  <a:schemeClr val="tx1"/>
                </a:solidFill>
              </a:rPr>
              <a:t>2.CLASS DIAGRAM</a:t>
            </a:r>
          </a:p>
        </p:txBody>
      </p:sp>
      <p:pic>
        <p:nvPicPr>
          <p:cNvPr id="2097159" name="Picture 3"/>
          <p:cNvPicPr>
            <a:picLocks noChangeAspect="1"/>
          </p:cNvPicPr>
          <p:nvPr/>
        </p:nvPicPr>
        <p:blipFill>
          <a:blip xmlns:r="http://schemas.openxmlformats.org/officeDocument/2006/relationships" r:embed="rId1"/>
          <a:stretch>
            <a:fillRect/>
          </a:stretch>
        </p:blipFill>
        <p:spPr>
          <a:xfrm>
            <a:off x="914400" y="2209800"/>
            <a:ext cx="6019800" cy="3352800"/>
          </a:xfrm>
          <a:prstGeom prst="rec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9" name="Title 1"/>
          <p:cNvSpPr>
            <a:spLocks noGrp="1"/>
          </p:cNvSpPr>
          <p:nvPr>
            <p:ph type="title"/>
          </p:nvPr>
        </p:nvSpPr>
        <p:spPr>
          <a:xfrm>
            <a:off x="609600" y="1143000"/>
            <a:ext cx="7096722" cy="276999"/>
          </a:xfrm>
        </p:spPr>
        <p:txBody>
          <a:bodyPr/>
          <a:p>
            <a:r>
              <a:rPr dirty="0" sz="1800" lang="en-IN">
                <a:solidFill>
                  <a:schemeClr val="tx1"/>
                </a:solidFill>
              </a:rPr>
              <a:t>3.SEQUENCE DIAGRAM</a:t>
            </a:r>
          </a:p>
        </p:txBody>
      </p:sp>
      <p:pic>
        <p:nvPicPr>
          <p:cNvPr id="2097160" name="Picture 2"/>
          <p:cNvPicPr>
            <a:picLocks noChangeAspect="1"/>
          </p:cNvPicPr>
          <p:nvPr/>
        </p:nvPicPr>
        <p:blipFill>
          <a:blip xmlns:r="http://schemas.openxmlformats.org/officeDocument/2006/relationships" r:embed="rId1"/>
          <a:stretch>
            <a:fillRect/>
          </a:stretch>
        </p:blipFill>
        <p:spPr>
          <a:xfrm>
            <a:off x="1295400" y="1600200"/>
            <a:ext cx="5181600" cy="5029200"/>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20" name="Title 1"/>
          <p:cNvSpPr>
            <a:spLocks noGrp="1"/>
          </p:cNvSpPr>
          <p:nvPr>
            <p:ph type="title"/>
          </p:nvPr>
        </p:nvSpPr>
        <p:spPr>
          <a:xfrm>
            <a:off x="619743" y="1169878"/>
            <a:ext cx="7096722" cy="276999"/>
          </a:xfrm>
        </p:spPr>
        <p:txBody>
          <a:bodyPr/>
          <a:p>
            <a:r>
              <a:rPr dirty="0" sz="1800" lang="en-IN">
                <a:solidFill>
                  <a:schemeClr val="tx1"/>
                </a:solidFill>
              </a:rPr>
              <a:t>4.STATE DIAGRAM</a:t>
            </a:r>
          </a:p>
        </p:txBody>
      </p:sp>
      <p:pic>
        <p:nvPicPr>
          <p:cNvPr id="2097161" name="Picture 2"/>
          <p:cNvPicPr>
            <a:picLocks noChangeAspect="1"/>
          </p:cNvPicPr>
          <p:nvPr/>
        </p:nvPicPr>
        <p:blipFill>
          <a:blip xmlns:r="http://schemas.openxmlformats.org/officeDocument/2006/relationships" r:embed="rId1"/>
          <a:stretch>
            <a:fillRect/>
          </a:stretch>
        </p:blipFill>
        <p:spPr>
          <a:xfrm>
            <a:off x="2133600" y="1542704"/>
            <a:ext cx="4517528" cy="5059818"/>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1" name="Title 1"/>
          <p:cNvSpPr>
            <a:spLocks noGrp="1"/>
          </p:cNvSpPr>
          <p:nvPr>
            <p:ph type="title"/>
          </p:nvPr>
        </p:nvSpPr>
        <p:spPr>
          <a:xfrm>
            <a:off x="619743" y="1371600"/>
            <a:ext cx="7096722" cy="276999"/>
          </a:xfrm>
        </p:spPr>
        <p:txBody>
          <a:bodyPr/>
          <a:p>
            <a:r>
              <a:rPr dirty="0" sz="1800" lang="en-IN">
                <a:solidFill>
                  <a:schemeClr val="tx1"/>
                </a:solidFill>
              </a:rPr>
              <a:t>5.COLLABORATION DIAGRAM</a:t>
            </a:r>
          </a:p>
        </p:txBody>
      </p:sp>
      <p:pic>
        <p:nvPicPr>
          <p:cNvPr id="2097162" name="Picture 2"/>
          <p:cNvPicPr>
            <a:picLocks noChangeAspect="1"/>
          </p:cNvPicPr>
          <p:nvPr/>
        </p:nvPicPr>
        <p:blipFill>
          <a:blip xmlns:r="http://schemas.openxmlformats.org/officeDocument/2006/relationships" r:embed="rId1"/>
          <a:stretch>
            <a:fillRect/>
          </a:stretch>
        </p:blipFill>
        <p:spPr>
          <a:xfrm>
            <a:off x="590006" y="2590800"/>
            <a:ext cx="6619257" cy="2371411"/>
          </a:xfrm>
          <a:prstGeom prst="rec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22" name="Title 1"/>
          <p:cNvSpPr>
            <a:spLocks noGrp="1"/>
          </p:cNvSpPr>
          <p:nvPr>
            <p:ph type="title"/>
          </p:nvPr>
        </p:nvSpPr>
        <p:spPr>
          <a:xfrm>
            <a:off x="619743" y="1169878"/>
            <a:ext cx="7096722" cy="492443"/>
          </a:xfrm>
        </p:spPr>
        <p:txBody>
          <a:bodyPr/>
          <a:p>
            <a:r>
              <a:rPr dirty="0" sz="3200" lang="en-IN">
                <a:solidFill>
                  <a:schemeClr val="tx1"/>
                </a:solidFill>
              </a:rPr>
              <a:t>CONCLUSION</a:t>
            </a:r>
          </a:p>
        </p:txBody>
      </p:sp>
      <p:sp>
        <p:nvSpPr>
          <p:cNvPr id="1048623" name="Text Placeholder 2"/>
          <p:cNvSpPr>
            <a:spLocks noGrp="1"/>
          </p:cNvSpPr>
          <p:nvPr>
            <p:ph type="body" idx="1"/>
          </p:nvPr>
        </p:nvSpPr>
        <p:spPr>
          <a:xfrm>
            <a:off x="619743" y="2057400"/>
            <a:ext cx="6970395" cy="3274230"/>
          </a:xfrm>
        </p:spPr>
        <p:txBody>
          <a:bodyPr/>
          <a:p>
            <a:pPr algn="just">
              <a:lnSpc>
                <a:spcPct val="150000"/>
              </a:lnSpc>
            </a:pPr>
            <a:r>
              <a:rPr dirty="0" sz="1800" lang="en-US"/>
              <a:t>By leveraging the powerful feature extraction capabilities of VGG-16, the system was able to classify various paddy diseases with high accuracy, demonstrating the potential of deep learning in agricultural applications. This model effectively detects diseases like blast, brown spot, and bacterial blight, showing deep learning’s potential in smart agriculture.This approach offers a reliable, automated solution that can assist farmers and agricultural experts in early detection and treatment of plant diseases, thereby improving crop health and yield.</a:t>
            </a:r>
            <a:endParaRPr dirty="0" sz="1800"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7" name=""/>
        <p:cNvGrpSpPr/>
        <p:nvPr/>
      </p:nvGrpSpPr>
      <p:grpSpPr>
        <a:xfrm>
          <a:off x="0" y="0"/>
          <a:ext cx="0" cy="0"/>
          <a:chOff x="0" y="0"/>
          <a:chExt cx="0" cy="0"/>
        </a:xfrm>
      </p:grpSpPr>
      <p:pic>
        <p:nvPicPr>
          <p:cNvPr id="2097163" name="object 2"/>
          <p:cNvPicPr>
            <a:picLocks/>
          </p:cNvPicPr>
          <p:nvPr/>
        </p:nvPicPr>
        <p:blipFill>
          <a:blip xmlns:r="http://schemas.openxmlformats.org/officeDocument/2006/relationships" r:embed="rId1" cstate="print"/>
          <a:stretch>
            <a:fillRect/>
          </a:stretch>
        </p:blipFill>
        <p:spPr>
          <a:xfrm>
            <a:off x="1723644" y="1903475"/>
            <a:ext cx="6178295" cy="3706367"/>
          </a:xfrm>
          <a:prstGeom prst="rect"/>
        </p:spPr>
      </p:pic>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Microsoft PowerPoint - PPT-2 (major project)</dc:title>
  <dc:creator>RMX2185</dc:creator>
  <cp:lastModifiedBy>Harshith Raj Parsa</cp:lastModifiedBy>
  <dcterms:created xsi:type="dcterms:W3CDTF">2025-03-10T17:33:00Z</dcterms:created>
  <dcterms:modified xsi:type="dcterms:W3CDTF">2026-04-13T07:13:16Z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2025-02-19T05:30:00Z</vt:filetime>
  </property>
  <property fmtid="{D5CDD505-2E9C-101B-9397-08002B2CF9AE}" pid="3" name="LastSaved">
    <vt:filetime>2025-03-11T05:30:00Z</vt:filetime>
  </property>
  <property fmtid="{D5CDD505-2E9C-101B-9397-08002B2CF9AE}" pid="4" name="Producer">
    <vt:lpwstr>Microsoft: Print To PDF</vt:lpwstr>
  </property>
  <property fmtid="{D5CDD505-2E9C-101B-9397-08002B2CF9AE}" pid="5" name="ICV">
    <vt:lpwstr>6d03e4c82f8a44359337141f5ce1d25b</vt:lpwstr>
  </property>
  <property fmtid="{D5CDD505-2E9C-101B-9397-08002B2CF9AE}" pid="6" name="KSOProductBuildVer">
    <vt:lpwstr>1033-12.2.0.20326</vt:lpwstr>
  </property>
</Properties>
</file>